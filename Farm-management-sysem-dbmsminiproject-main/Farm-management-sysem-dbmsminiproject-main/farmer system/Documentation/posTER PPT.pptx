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DM Sans Bold" charset="1" panose="00000000000000000000"/>
      <p:regular r:id="rId20"/>
    </p:embeddedFont>
    <p:embeddedFont>
      <p:font typeface="DM Sans" charset="1" panose="00000000000000000000"/>
      <p:regular r:id="rId21"/>
    </p:embeddedFont>
    <p:embeddedFont>
      <p:font typeface="Noto Serif Italics" charset="1" panose="02020600060500090200"/>
      <p:regular r:id="rId22"/>
    </p:embeddedFont>
    <p:embeddedFont>
      <p:font typeface="DM Sans Italics" charset="1" panose="00000000000000000000"/>
      <p:regular r:id="rId23"/>
    </p:embeddedFont>
    <p:embeddedFont>
      <p:font typeface="Noto Serif Bold" charset="1" panose="020208000605000202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15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38.png" Type="http://schemas.openxmlformats.org/officeDocument/2006/relationships/image"/><Relationship Id="rId12" Target="../media/image39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38.png" Type="http://schemas.openxmlformats.org/officeDocument/2006/relationships/image"/><Relationship Id="rId12" Target="../media/image39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38.png" Type="http://schemas.openxmlformats.org/officeDocument/2006/relationships/image"/><Relationship Id="rId12" Target="../media/image39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38.png" Type="http://schemas.openxmlformats.org/officeDocument/2006/relationships/image"/><Relationship Id="rId12" Target="../media/image39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4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593154" y="-4699054"/>
            <a:ext cx="25307925" cy="19450050"/>
          </a:xfrm>
          <a:custGeom>
            <a:avLst/>
            <a:gdLst/>
            <a:ahLst/>
            <a:cxnLst/>
            <a:rect r="r" b="b" t="t" l="l"/>
            <a:pathLst>
              <a:path h="19450050" w="25307925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221690" cy="1994125"/>
          </a:xfrm>
          <a:custGeom>
            <a:avLst/>
            <a:gdLst/>
            <a:ahLst/>
            <a:cxnLst/>
            <a:rect r="r" b="b" t="t" l="l"/>
            <a:pathLst>
              <a:path h="1994125" w="4221690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533" y="8975084"/>
            <a:ext cx="4072242" cy="1311916"/>
          </a:xfrm>
          <a:custGeom>
            <a:avLst/>
            <a:gdLst/>
            <a:ahLst/>
            <a:cxnLst/>
            <a:rect r="r" b="b" t="t" l="l"/>
            <a:pathLst>
              <a:path h="1311916" w="4072242">
                <a:moveTo>
                  <a:pt x="0" y="0"/>
                </a:moveTo>
                <a:lnTo>
                  <a:pt x="4072243" y="0"/>
                </a:lnTo>
                <a:lnTo>
                  <a:pt x="4072243" y="1311916"/>
                </a:lnTo>
                <a:lnTo>
                  <a:pt x="0" y="13119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57500" y="8541820"/>
            <a:ext cx="2930500" cy="1745180"/>
          </a:xfrm>
          <a:custGeom>
            <a:avLst/>
            <a:gdLst/>
            <a:ahLst/>
            <a:cxnLst/>
            <a:rect r="r" b="b" t="t" l="l"/>
            <a:pathLst>
              <a:path h="1745180" w="293050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64435" y="-1302239"/>
            <a:ext cx="1357036" cy="4019502"/>
          </a:xfrm>
          <a:custGeom>
            <a:avLst/>
            <a:gdLst/>
            <a:ahLst/>
            <a:cxnLst/>
            <a:rect r="r" b="b" t="t" l="l"/>
            <a:pathLst>
              <a:path h="4019502" w="1357036">
                <a:moveTo>
                  <a:pt x="0" y="0"/>
                </a:moveTo>
                <a:lnTo>
                  <a:pt x="1357036" y="0"/>
                </a:lnTo>
                <a:lnTo>
                  <a:pt x="1357036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14517" y="2796216"/>
            <a:ext cx="2047875" cy="2066925"/>
          </a:xfrm>
          <a:custGeom>
            <a:avLst/>
            <a:gdLst/>
            <a:ahLst/>
            <a:cxnLst/>
            <a:rect r="r" b="b" t="t" l="l"/>
            <a:pathLst>
              <a:path h="2066925" w="2047875">
                <a:moveTo>
                  <a:pt x="0" y="0"/>
                </a:moveTo>
                <a:lnTo>
                  <a:pt x="2047875" y="0"/>
                </a:lnTo>
                <a:lnTo>
                  <a:pt x="2047875" y="2066925"/>
                </a:lnTo>
                <a:lnTo>
                  <a:pt x="0" y="20669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47252" y="-63503"/>
            <a:ext cx="3009738" cy="1067953"/>
          </a:xfrm>
          <a:custGeom>
            <a:avLst/>
            <a:gdLst/>
            <a:ahLst/>
            <a:cxnLst/>
            <a:rect r="r" b="b" t="t" l="l"/>
            <a:pathLst>
              <a:path h="1067953" w="3009738">
                <a:moveTo>
                  <a:pt x="0" y="0"/>
                </a:moveTo>
                <a:lnTo>
                  <a:pt x="3009738" y="0"/>
                </a:lnTo>
                <a:lnTo>
                  <a:pt x="3009738" y="1067952"/>
                </a:lnTo>
                <a:lnTo>
                  <a:pt x="0" y="10679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251668" y="371132"/>
            <a:ext cx="2966314" cy="120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5"/>
              </a:lnSpc>
            </a:pPr>
            <a:r>
              <a:rPr lang="en-US" b="true" sz="33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Poster</a:t>
            </a:r>
          </a:p>
          <a:p>
            <a:pPr algn="ctr">
              <a:lnSpc>
                <a:spcPts val="3978"/>
              </a:lnSpc>
            </a:pPr>
            <a:r>
              <a:rPr lang="en-US" b="true" sz="28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69340" y="1751590"/>
            <a:ext cx="6314551" cy="35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1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Farming Web Assistance Services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32103" y="7518063"/>
            <a:ext cx="8310220" cy="186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5"/>
              </a:lnSpc>
            </a:pPr>
            <a:r>
              <a:rPr lang="en-US" b="true" sz="22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SHRI RAMSWAROOP COLLEGE OF ENGINEERING &amp; MANAGEMENT LUCKNOW</a:t>
            </a:r>
          </a:p>
          <a:p>
            <a:pPr algn="ctr">
              <a:lnSpc>
                <a:spcPts val="2684"/>
              </a:lnSpc>
            </a:pPr>
            <a:r>
              <a:rPr lang="en-US" sz="1917" i="true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Affiliated to</a:t>
            </a:r>
          </a:p>
          <a:p>
            <a:pPr algn="ctr">
              <a:lnSpc>
                <a:spcPts val="3160"/>
              </a:lnSpc>
            </a:pPr>
            <a:r>
              <a:rPr lang="en-US" b="true" sz="225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DR. APJ ABDUL KALAM TECHNICAL UNIVERSITY , LUCKNOW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68763" y="5509422"/>
            <a:ext cx="3747468" cy="76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Aviral Jaiswal</a:t>
            </a:r>
            <a:r>
              <a:rPr lang="en-US" b="true" sz="1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(2101220100035)</a:t>
            </a:r>
          </a:p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Himanshu Singh Chauhan(2101220100054)</a:t>
            </a:r>
          </a:p>
          <a:p>
            <a:pPr algn="ctr">
              <a:lnSpc>
                <a:spcPts val="2213"/>
              </a:lnSpc>
            </a:pPr>
            <a:r>
              <a:rPr lang="en-US" sz="1581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Under the Guidance of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99514" y="5002463"/>
            <a:ext cx="1440685" cy="31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</a:pPr>
            <a:r>
              <a:rPr lang="en-US" sz="180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Presented By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76573" y="6891652"/>
            <a:ext cx="257551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Er. Abhishek Dubey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505952" y="-5520042"/>
            <a:ext cx="25307925" cy="19450050"/>
          </a:xfrm>
          <a:custGeom>
            <a:avLst/>
            <a:gdLst/>
            <a:ahLst/>
            <a:cxnLst/>
            <a:rect r="r" b="b" t="t" l="l"/>
            <a:pathLst>
              <a:path h="19450050" w="25307925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221690" cy="1994125"/>
          </a:xfrm>
          <a:custGeom>
            <a:avLst/>
            <a:gdLst/>
            <a:ahLst/>
            <a:cxnLst/>
            <a:rect r="r" b="b" t="t" l="l"/>
            <a:pathLst>
              <a:path h="1994125" w="4221690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45628" y="-63503"/>
            <a:ext cx="3009738" cy="1145848"/>
          </a:xfrm>
          <a:custGeom>
            <a:avLst/>
            <a:gdLst/>
            <a:ahLst/>
            <a:cxnLst/>
            <a:rect r="r" b="b" t="t" l="l"/>
            <a:pathLst>
              <a:path h="1145848" w="300973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8010" y="9271016"/>
            <a:ext cx="4072242" cy="1015984"/>
          </a:xfrm>
          <a:custGeom>
            <a:avLst/>
            <a:gdLst/>
            <a:ahLst/>
            <a:cxnLst/>
            <a:rect r="r" b="b" t="t" l="l"/>
            <a:pathLst>
              <a:path h="1015984" w="4072242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69857" y="7046385"/>
            <a:ext cx="1240155" cy="1879378"/>
          </a:xfrm>
          <a:custGeom>
            <a:avLst/>
            <a:gdLst/>
            <a:ahLst/>
            <a:cxnLst/>
            <a:rect r="r" b="b" t="t" l="l"/>
            <a:pathLst>
              <a:path h="1879378" w="1240155">
                <a:moveTo>
                  <a:pt x="0" y="0"/>
                </a:moveTo>
                <a:lnTo>
                  <a:pt x="1240155" y="0"/>
                </a:lnTo>
                <a:lnTo>
                  <a:pt x="1240155" y="1879378"/>
                </a:lnTo>
                <a:lnTo>
                  <a:pt x="0" y="18793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57500" y="8541820"/>
            <a:ext cx="2930500" cy="1745180"/>
          </a:xfrm>
          <a:custGeom>
            <a:avLst/>
            <a:gdLst/>
            <a:ahLst/>
            <a:cxnLst/>
            <a:rect r="r" b="b" t="t" l="l"/>
            <a:pathLst>
              <a:path h="1745180" w="293050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322679" y="-1048950"/>
            <a:ext cx="1357036" cy="4019502"/>
          </a:xfrm>
          <a:custGeom>
            <a:avLst/>
            <a:gdLst/>
            <a:ahLst/>
            <a:cxnLst/>
            <a:rect r="r" b="b" t="t" l="l"/>
            <a:pathLst>
              <a:path h="4019502" w="1357036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70417" y="6852599"/>
            <a:ext cx="2257425" cy="2266950"/>
          </a:xfrm>
          <a:custGeom>
            <a:avLst/>
            <a:gdLst/>
            <a:ahLst/>
            <a:cxnLst/>
            <a:rect r="r" b="b" t="t" l="l"/>
            <a:pathLst>
              <a:path h="2266950" w="2257425">
                <a:moveTo>
                  <a:pt x="0" y="0"/>
                </a:moveTo>
                <a:lnTo>
                  <a:pt x="2257425" y="0"/>
                </a:lnTo>
                <a:lnTo>
                  <a:pt x="2257425" y="2266950"/>
                </a:lnTo>
                <a:lnTo>
                  <a:pt x="0" y="2266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371519" y="1036958"/>
            <a:ext cx="8299837" cy="17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9"/>
              </a:lnSpc>
            </a:pPr>
            <a:r>
              <a:rPr lang="en-US" b="true" sz="10178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 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5694" y="3855510"/>
            <a:ext cx="14956612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India’s agriculture supports 55% of its population but faces issues like middlemen, poor storage, and lack of market access. The Farming Assistance Web App connects farmers directly with suppliers, provides real-time market data, optimizes resource use, and supports community interaction. It’s mobile-friendly, secure, and designed to make farming more efficient, sustainable, and profitable.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505952" y="-5232012"/>
            <a:ext cx="25307925" cy="19450050"/>
          </a:xfrm>
          <a:custGeom>
            <a:avLst/>
            <a:gdLst/>
            <a:ahLst/>
            <a:cxnLst/>
            <a:rect r="r" b="b" t="t" l="l"/>
            <a:pathLst>
              <a:path h="19450050" w="25307925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221690" cy="1994125"/>
          </a:xfrm>
          <a:custGeom>
            <a:avLst/>
            <a:gdLst/>
            <a:ahLst/>
            <a:cxnLst/>
            <a:rect r="r" b="b" t="t" l="l"/>
            <a:pathLst>
              <a:path h="1994125" w="4221690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45628" y="-63503"/>
            <a:ext cx="3009738" cy="1145848"/>
          </a:xfrm>
          <a:custGeom>
            <a:avLst/>
            <a:gdLst/>
            <a:ahLst/>
            <a:cxnLst/>
            <a:rect r="r" b="b" t="t" l="l"/>
            <a:pathLst>
              <a:path h="1145848" w="300973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8010" y="9271016"/>
            <a:ext cx="4072242" cy="1015984"/>
          </a:xfrm>
          <a:custGeom>
            <a:avLst/>
            <a:gdLst/>
            <a:ahLst/>
            <a:cxnLst/>
            <a:rect r="r" b="b" t="t" l="l"/>
            <a:pathLst>
              <a:path h="1015984" w="4072242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32994" y="3572294"/>
            <a:ext cx="4269905" cy="4240435"/>
          </a:xfrm>
          <a:custGeom>
            <a:avLst/>
            <a:gdLst/>
            <a:ahLst/>
            <a:cxnLst/>
            <a:rect r="r" b="b" t="t" l="l"/>
            <a:pathLst>
              <a:path h="4240435" w="4269905">
                <a:moveTo>
                  <a:pt x="0" y="0"/>
                </a:moveTo>
                <a:lnTo>
                  <a:pt x="4269906" y="0"/>
                </a:lnTo>
                <a:lnTo>
                  <a:pt x="4269906" y="4240435"/>
                </a:lnTo>
                <a:lnTo>
                  <a:pt x="0" y="42404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57500" y="8541820"/>
            <a:ext cx="2930500" cy="1745180"/>
          </a:xfrm>
          <a:custGeom>
            <a:avLst/>
            <a:gdLst/>
            <a:ahLst/>
            <a:cxnLst/>
            <a:rect r="r" b="b" t="t" l="l"/>
            <a:pathLst>
              <a:path h="1745180" w="293050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322679" y="-1048950"/>
            <a:ext cx="1357036" cy="4019502"/>
          </a:xfrm>
          <a:custGeom>
            <a:avLst/>
            <a:gdLst/>
            <a:ahLst/>
            <a:cxnLst/>
            <a:rect r="r" b="b" t="t" l="l"/>
            <a:pathLst>
              <a:path h="4019502" w="1357036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25795" y="1117730"/>
            <a:ext cx="10050228" cy="1502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62"/>
              </a:lnSpc>
            </a:pPr>
            <a:r>
              <a:rPr lang="en-US" b="true" sz="8615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Definition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5792" y="3555054"/>
            <a:ext cx="11782388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Lack of sound marketing facilities forces farmers to depend on local traders and middlemen to sell 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their produce at very low prices.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Inadequate or no storage facilities in rural areas compel farmers to sell their crops immediately after harvest, often at unfavorable prices.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These conditions lead to distress sales, depriving farmers of their rightful income.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593154" y="-4699054"/>
            <a:ext cx="25307925" cy="19450050"/>
          </a:xfrm>
          <a:custGeom>
            <a:avLst/>
            <a:gdLst/>
            <a:ahLst/>
            <a:cxnLst/>
            <a:rect r="r" b="b" t="t" l="l"/>
            <a:pathLst>
              <a:path h="19450050" w="25307925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221690" cy="1994125"/>
          </a:xfrm>
          <a:custGeom>
            <a:avLst/>
            <a:gdLst/>
            <a:ahLst/>
            <a:cxnLst/>
            <a:rect r="r" b="b" t="t" l="l"/>
            <a:pathLst>
              <a:path h="1994125" w="4221690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45628" y="-63503"/>
            <a:ext cx="3009738" cy="1145848"/>
          </a:xfrm>
          <a:custGeom>
            <a:avLst/>
            <a:gdLst/>
            <a:ahLst/>
            <a:cxnLst/>
            <a:rect r="r" b="b" t="t" l="l"/>
            <a:pathLst>
              <a:path h="1145848" w="300973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8010" y="9271016"/>
            <a:ext cx="4072242" cy="1015984"/>
          </a:xfrm>
          <a:custGeom>
            <a:avLst/>
            <a:gdLst/>
            <a:ahLst/>
            <a:cxnLst/>
            <a:rect r="r" b="b" t="t" l="l"/>
            <a:pathLst>
              <a:path h="1015984" w="4072242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57500" y="8541820"/>
            <a:ext cx="2930500" cy="1745180"/>
          </a:xfrm>
          <a:custGeom>
            <a:avLst/>
            <a:gdLst/>
            <a:ahLst/>
            <a:cxnLst/>
            <a:rect r="r" b="b" t="t" l="l"/>
            <a:pathLst>
              <a:path h="1745180" w="293050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74609" y="5713590"/>
            <a:ext cx="4750175" cy="4573410"/>
          </a:xfrm>
          <a:custGeom>
            <a:avLst/>
            <a:gdLst/>
            <a:ahLst/>
            <a:cxnLst/>
            <a:rect r="r" b="b" t="t" l="l"/>
            <a:pathLst>
              <a:path h="4573410" w="4750175">
                <a:moveTo>
                  <a:pt x="0" y="0"/>
                </a:moveTo>
                <a:lnTo>
                  <a:pt x="4750175" y="0"/>
                </a:lnTo>
                <a:lnTo>
                  <a:pt x="4750175" y="4573410"/>
                </a:lnTo>
                <a:lnTo>
                  <a:pt x="0" y="45734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322679" y="-1048950"/>
            <a:ext cx="1357036" cy="4019502"/>
          </a:xfrm>
          <a:custGeom>
            <a:avLst/>
            <a:gdLst/>
            <a:ahLst/>
            <a:cxnLst/>
            <a:rect r="r" b="b" t="t" l="l"/>
            <a:pathLst>
              <a:path h="4019502" w="1357036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25795" y="1117730"/>
            <a:ext cx="10318118" cy="1502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62"/>
              </a:lnSpc>
            </a:pPr>
            <a:r>
              <a:rPr lang="en-US" b="true" sz="8615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 Project Objectives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10" y="3103902"/>
            <a:ext cx="18283990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The 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objective of the Farming Assistance Web Application is to create a digital platform that bridges the gap between farmers and suppliers, eliminating the need for middlemen. It aims to provide farmers with real-time market prices, crop demand information, and a system to raise complaints for prompt resolution. Additionally, the platform supports efficient resource management and encourages community interaction among farmers and experts, ultimately improving agricultural productivity, profitability, and sustainability.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593154" y="-4699054"/>
            <a:ext cx="25307925" cy="19450050"/>
          </a:xfrm>
          <a:custGeom>
            <a:avLst/>
            <a:gdLst/>
            <a:ahLst/>
            <a:cxnLst/>
            <a:rect r="r" b="b" t="t" l="l"/>
            <a:pathLst>
              <a:path h="19450050" w="25307925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8920905"/>
            <a:ext cx="3018053" cy="948319"/>
            <a:chOff x="0" y="0"/>
            <a:chExt cx="3018053" cy="9483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19679" cy="890778"/>
            </a:xfrm>
            <a:custGeom>
              <a:avLst/>
              <a:gdLst/>
              <a:ahLst/>
              <a:cxnLst/>
              <a:rect r="r" b="b" t="t" l="l"/>
              <a:pathLst>
                <a:path h="890778" w="3019679">
                  <a:moveTo>
                    <a:pt x="748665" y="0"/>
                  </a:moveTo>
                  <a:cubicBezTo>
                    <a:pt x="737235" y="0"/>
                    <a:pt x="724916" y="3810"/>
                    <a:pt x="713232" y="12700"/>
                  </a:cubicBezTo>
                  <a:cubicBezTo>
                    <a:pt x="699262" y="23368"/>
                    <a:pt x="682879" y="46355"/>
                    <a:pt x="667258" y="79248"/>
                  </a:cubicBezTo>
                  <a:cubicBezTo>
                    <a:pt x="598170" y="228854"/>
                    <a:pt x="512699" y="624967"/>
                    <a:pt x="496316" y="727710"/>
                  </a:cubicBezTo>
                  <a:cubicBezTo>
                    <a:pt x="496316" y="729361"/>
                    <a:pt x="495554" y="732663"/>
                    <a:pt x="495554" y="737616"/>
                  </a:cubicBezTo>
                  <a:cubicBezTo>
                    <a:pt x="482346" y="717042"/>
                    <a:pt x="468376" y="690753"/>
                    <a:pt x="452755" y="662813"/>
                  </a:cubicBezTo>
                  <a:cubicBezTo>
                    <a:pt x="372999" y="515747"/>
                    <a:pt x="268605" y="292100"/>
                    <a:pt x="203708" y="181991"/>
                  </a:cubicBezTo>
                  <a:cubicBezTo>
                    <a:pt x="184785" y="150749"/>
                    <a:pt x="168402" y="127762"/>
                    <a:pt x="156845" y="116205"/>
                  </a:cubicBezTo>
                  <a:cubicBezTo>
                    <a:pt x="144526" y="103886"/>
                    <a:pt x="132207" y="98933"/>
                    <a:pt x="123190" y="98171"/>
                  </a:cubicBezTo>
                  <a:cubicBezTo>
                    <a:pt x="122428" y="98044"/>
                    <a:pt x="121539" y="97917"/>
                    <a:pt x="120650" y="97917"/>
                  </a:cubicBezTo>
                  <a:cubicBezTo>
                    <a:pt x="116713" y="97917"/>
                    <a:pt x="111506" y="99314"/>
                    <a:pt x="107569" y="100584"/>
                  </a:cubicBezTo>
                  <a:cubicBezTo>
                    <a:pt x="91186" y="102235"/>
                    <a:pt x="77978" y="110490"/>
                    <a:pt x="68961" y="125222"/>
                  </a:cubicBezTo>
                  <a:cubicBezTo>
                    <a:pt x="62357" y="135890"/>
                    <a:pt x="59944" y="154813"/>
                    <a:pt x="55753" y="166370"/>
                  </a:cubicBezTo>
                  <a:cubicBezTo>
                    <a:pt x="37592" y="217297"/>
                    <a:pt x="18542" y="268732"/>
                    <a:pt x="0" y="320421"/>
                  </a:cubicBezTo>
                  <a:lnTo>
                    <a:pt x="0" y="320421"/>
                  </a:lnTo>
                  <a:lnTo>
                    <a:pt x="0" y="583819"/>
                  </a:lnTo>
                  <a:lnTo>
                    <a:pt x="0" y="583819"/>
                  </a:lnTo>
                  <a:cubicBezTo>
                    <a:pt x="1270" y="578231"/>
                    <a:pt x="2540" y="572770"/>
                    <a:pt x="3810" y="567563"/>
                  </a:cubicBezTo>
                  <a:cubicBezTo>
                    <a:pt x="35814" y="445897"/>
                    <a:pt x="82677" y="325120"/>
                    <a:pt x="123825" y="205867"/>
                  </a:cubicBezTo>
                  <a:cubicBezTo>
                    <a:pt x="137795" y="228092"/>
                    <a:pt x="156718" y="258445"/>
                    <a:pt x="172339" y="287274"/>
                  </a:cubicBezTo>
                  <a:cubicBezTo>
                    <a:pt x="239776" y="413004"/>
                    <a:pt x="327660" y="600456"/>
                    <a:pt x="395097" y="722122"/>
                  </a:cubicBezTo>
                  <a:cubicBezTo>
                    <a:pt x="426339" y="778891"/>
                    <a:pt x="454279" y="821563"/>
                    <a:pt x="473964" y="840486"/>
                  </a:cubicBezTo>
                  <a:cubicBezTo>
                    <a:pt x="482219" y="848741"/>
                    <a:pt x="494538" y="853694"/>
                    <a:pt x="506857" y="853694"/>
                  </a:cubicBezTo>
                  <a:cubicBezTo>
                    <a:pt x="523240" y="853694"/>
                    <a:pt x="538861" y="846328"/>
                    <a:pt x="550418" y="829056"/>
                  </a:cubicBezTo>
                  <a:cubicBezTo>
                    <a:pt x="556133" y="820801"/>
                    <a:pt x="561975" y="807720"/>
                    <a:pt x="565150" y="794512"/>
                  </a:cubicBezTo>
                  <a:cubicBezTo>
                    <a:pt x="570865" y="772287"/>
                    <a:pt x="573405" y="745998"/>
                    <a:pt x="574167" y="738632"/>
                  </a:cubicBezTo>
                  <a:cubicBezTo>
                    <a:pt x="587375" y="651510"/>
                    <a:pt x="652272" y="345821"/>
                    <a:pt x="713867" y="173990"/>
                  </a:cubicBezTo>
                  <a:cubicBezTo>
                    <a:pt x="725424" y="141986"/>
                    <a:pt x="736854" y="114046"/>
                    <a:pt x="747522" y="94234"/>
                  </a:cubicBezTo>
                  <a:cubicBezTo>
                    <a:pt x="749173" y="97536"/>
                    <a:pt x="750824" y="99949"/>
                    <a:pt x="751586" y="101600"/>
                  </a:cubicBezTo>
                  <a:cubicBezTo>
                    <a:pt x="819785" y="226568"/>
                    <a:pt x="833755" y="382651"/>
                    <a:pt x="880618" y="515874"/>
                  </a:cubicBezTo>
                  <a:cubicBezTo>
                    <a:pt x="913511" y="610362"/>
                    <a:pt x="964438" y="695833"/>
                    <a:pt x="997331" y="789559"/>
                  </a:cubicBezTo>
                  <a:cubicBezTo>
                    <a:pt x="998093" y="793623"/>
                    <a:pt x="1005586" y="823214"/>
                    <a:pt x="1012063" y="842137"/>
                  </a:cubicBezTo>
                  <a:cubicBezTo>
                    <a:pt x="1017778" y="856869"/>
                    <a:pt x="1025271" y="869315"/>
                    <a:pt x="1031748" y="876681"/>
                  </a:cubicBezTo>
                  <a:cubicBezTo>
                    <a:pt x="1040765" y="885698"/>
                    <a:pt x="1051433" y="889889"/>
                    <a:pt x="1061339" y="890651"/>
                  </a:cubicBezTo>
                  <a:cubicBezTo>
                    <a:pt x="1062609" y="890778"/>
                    <a:pt x="1064006" y="890778"/>
                    <a:pt x="1065276" y="890778"/>
                  </a:cubicBezTo>
                  <a:cubicBezTo>
                    <a:pt x="1075817" y="890778"/>
                    <a:pt x="1087247" y="887603"/>
                    <a:pt x="1097534" y="876681"/>
                  </a:cubicBezTo>
                  <a:cubicBezTo>
                    <a:pt x="1102487" y="871728"/>
                    <a:pt x="1109091" y="862711"/>
                    <a:pt x="1115568" y="848741"/>
                  </a:cubicBezTo>
                  <a:cubicBezTo>
                    <a:pt x="1124585" y="829056"/>
                    <a:pt x="1135253" y="796925"/>
                    <a:pt x="1147572" y="755904"/>
                  </a:cubicBezTo>
                  <a:cubicBezTo>
                    <a:pt x="1186180" y="628523"/>
                    <a:pt x="1237996" y="414020"/>
                    <a:pt x="1292987" y="262763"/>
                  </a:cubicBezTo>
                  <a:cubicBezTo>
                    <a:pt x="1311910" y="210185"/>
                    <a:pt x="1331595" y="164973"/>
                    <a:pt x="1351280" y="135382"/>
                  </a:cubicBezTo>
                  <a:cubicBezTo>
                    <a:pt x="1353693" y="132080"/>
                    <a:pt x="1355344" y="128778"/>
                    <a:pt x="1357884" y="126365"/>
                  </a:cubicBezTo>
                  <a:cubicBezTo>
                    <a:pt x="1361948" y="133731"/>
                    <a:pt x="1366139" y="141097"/>
                    <a:pt x="1366901" y="142748"/>
                  </a:cubicBezTo>
                  <a:cubicBezTo>
                    <a:pt x="1433449" y="296418"/>
                    <a:pt x="1502537" y="446913"/>
                    <a:pt x="1571498" y="598932"/>
                  </a:cubicBezTo>
                  <a:cubicBezTo>
                    <a:pt x="1622425" y="712343"/>
                    <a:pt x="1665224" y="827405"/>
                    <a:pt x="1678305" y="849630"/>
                  </a:cubicBezTo>
                  <a:cubicBezTo>
                    <a:pt x="1691513" y="870204"/>
                    <a:pt x="1708658" y="871855"/>
                    <a:pt x="1716151" y="871855"/>
                  </a:cubicBezTo>
                  <a:cubicBezTo>
                    <a:pt x="1727708" y="871855"/>
                    <a:pt x="1735836" y="868553"/>
                    <a:pt x="1741678" y="864489"/>
                  </a:cubicBezTo>
                  <a:cubicBezTo>
                    <a:pt x="1749933" y="859536"/>
                    <a:pt x="1755648" y="851281"/>
                    <a:pt x="1761363" y="838962"/>
                  </a:cubicBezTo>
                  <a:cubicBezTo>
                    <a:pt x="1796669" y="765810"/>
                    <a:pt x="1896110" y="446151"/>
                    <a:pt x="1984121" y="249682"/>
                  </a:cubicBezTo>
                  <a:cubicBezTo>
                    <a:pt x="2005457" y="202057"/>
                    <a:pt x="2026031" y="162560"/>
                    <a:pt x="2044065" y="136271"/>
                  </a:cubicBezTo>
                  <a:cubicBezTo>
                    <a:pt x="2044827" y="134620"/>
                    <a:pt x="2046478" y="132969"/>
                    <a:pt x="2048129" y="131318"/>
                  </a:cubicBezTo>
                  <a:cubicBezTo>
                    <a:pt x="2063750" y="155956"/>
                    <a:pt x="2092452" y="202819"/>
                    <a:pt x="2115566" y="249682"/>
                  </a:cubicBezTo>
                  <a:cubicBezTo>
                    <a:pt x="2203450" y="427228"/>
                    <a:pt x="2316099" y="706628"/>
                    <a:pt x="2373630" y="811022"/>
                  </a:cubicBezTo>
                  <a:cubicBezTo>
                    <a:pt x="2389251" y="838962"/>
                    <a:pt x="2403221" y="856996"/>
                    <a:pt x="2412238" y="863600"/>
                  </a:cubicBezTo>
                  <a:cubicBezTo>
                    <a:pt x="2421636" y="870077"/>
                    <a:pt x="2430399" y="872744"/>
                    <a:pt x="2437384" y="872744"/>
                  </a:cubicBezTo>
                  <a:cubicBezTo>
                    <a:pt x="2438400" y="872744"/>
                    <a:pt x="2439289" y="872744"/>
                    <a:pt x="2440178" y="872617"/>
                  </a:cubicBezTo>
                  <a:cubicBezTo>
                    <a:pt x="2450084" y="872617"/>
                    <a:pt x="2461514" y="869315"/>
                    <a:pt x="2473071" y="859409"/>
                  </a:cubicBezTo>
                  <a:cubicBezTo>
                    <a:pt x="2483739" y="849503"/>
                    <a:pt x="2500249" y="821563"/>
                    <a:pt x="2516632" y="780542"/>
                  </a:cubicBezTo>
                  <a:cubicBezTo>
                    <a:pt x="2564257" y="664591"/>
                    <a:pt x="2638298" y="424688"/>
                    <a:pt x="2722118" y="275844"/>
                  </a:cubicBezTo>
                  <a:cubicBezTo>
                    <a:pt x="2738500" y="246253"/>
                    <a:pt x="2755772" y="220726"/>
                    <a:pt x="2773934" y="201041"/>
                  </a:cubicBezTo>
                  <a:cubicBezTo>
                    <a:pt x="2784602" y="188722"/>
                    <a:pt x="2795269" y="178816"/>
                    <a:pt x="2805938" y="173101"/>
                  </a:cubicBezTo>
                  <a:cubicBezTo>
                    <a:pt x="2813304" y="183007"/>
                    <a:pt x="2830576" y="206756"/>
                    <a:pt x="2841244" y="228981"/>
                  </a:cubicBezTo>
                  <a:cubicBezTo>
                    <a:pt x="2891409" y="336677"/>
                    <a:pt x="2936621" y="522351"/>
                    <a:pt x="2938272" y="573405"/>
                  </a:cubicBezTo>
                  <a:lnTo>
                    <a:pt x="2938272" y="574167"/>
                  </a:lnTo>
                  <a:cubicBezTo>
                    <a:pt x="2934208" y="592201"/>
                    <a:pt x="2942336" y="611124"/>
                    <a:pt x="2959608" y="619379"/>
                  </a:cubicBezTo>
                  <a:cubicBezTo>
                    <a:pt x="2965322" y="622173"/>
                    <a:pt x="2971292" y="623570"/>
                    <a:pt x="2977261" y="623570"/>
                  </a:cubicBezTo>
                  <a:cubicBezTo>
                    <a:pt x="2991865" y="623570"/>
                    <a:pt x="3006090" y="615315"/>
                    <a:pt x="3013075" y="601345"/>
                  </a:cubicBezTo>
                  <a:cubicBezTo>
                    <a:pt x="3016377" y="594741"/>
                    <a:pt x="3019679" y="574167"/>
                    <a:pt x="3015488" y="543814"/>
                  </a:cubicBezTo>
                  <a:cubicBezTo>
                    <a:pt x="3005582" y="469011"/>
                    <a:pt x="2961259" y="298069"/>
                    <a:pt x="2913634" y="195326"/>
                  </a:cubicBezTo>
                  <a:cubicBezTo>
                    <a:pt x="2892298" y="148463"/>
                    <a:pt x="2867660" y="115570"/>
                    <a:pt x="2845435" y="101600"/>
                  </a:cubicBezTo>
                  <a:cubicBezTo>
                    <a:pt x="2833370" y="94234"/>
                    <a:pt x="2821432" y="90678"/>
                    <a:pt x="2809621" y="90678"/>
                  </a:cubicBezTo>
                  <a:cubicBezTo>
                    <a:pt x="2802890" y="90678"/>
                    <a:pt x="2796159" y="91821"/>
                    <a:pt x="2789555" y="94234"/>
                  </a:cubicBezTo>
                  <a:cubicBezTo>
                    <a:pt x="2749296" y="108204"/>
                    <a:pt x="2707386" y="151003"/>
                    <a:pt x="2668778" y="212598"/>
                  </a:cubicBezTo>
                  <a:cubicBezTo>
                    <a:pt x="2591562" y="336677"/>
                    <a:pt x="2521712" y="541401"/>
                    <a:pt x="2471547" y="678561"/>
                  </a:cubicBezTo>
                  <a:cubicBezTo>
                    <a:pt x="2459990" y="707390"/>
                    <a:pt x="2446909" y="737743"/>
                    <a:pt x="2437003" y="760730"/>
                  </a:cubicBezTo>
                  <a:cubicBezTo>
                    <a:pt x="2379472" y="653034"/>
                    <a:pt x="2271776" y="385953"/>
                    <a:pt x="2188845" y="215011"/>
                  </a:cubicBezTo>
                  <a:cubicBezTo>
                    <a:pt x="2148586" y="131953"/>
                    <a:pt x="2110740" y="70358"/>
                    <a:pt x="2088515" y="52324"/>
                  </a:cubicBezTo>
                  <a:cubicBezTo>
                    <a:pt x="2075942" y="42291"/>
                    <a:pt x="2063877" y="38735"/>
                    <a:pt x="2053463" y="38735"/>
                  </a:cubicBezTo>
                  <a:cubicBezTo>
                    <a:pt x="2047621" y="38735"/>
                    <a:pt x="2042287" y="39878"/>
                    <a:pt x="2037461" y="41656"/>
                  </a:cubicBezTo>
                  <a:cubicBezTo>
                    <a:pt x="2024253" y="46609"/>
                    <a:pt x="2008632" y="57277"/>
                    <a:pt x="1993138" y="75311"/>
                  </a:cubicBezTo>
                  <a:cubicBezTo>
                    <a:pt x="1969262" y="104140"/>
                    <a:pt x="1941322" y="155067"/>
                    <a:pt x="1913382" y="217551"/>
                  </a:cubicBezTo>
                  <a:cubicBezTo>
                    <a:pt x="1842643" y="375412"/>
                    <a:pt x="1764665" y="613664"/>
                    <a:pt x="1718564" y="737870"/>
                  </a:cubicBezTo>
                  <a:cubicBezTo>
                    <a:pt x="1698879" y="690245"/>
                    <a:pt x="1671701" y="625221"/>
                    <a:pt x="1645412" y="566928"/>
                  </a:cubicBezTo>
                  <a:cubicBezTo>
                    <a:pt x="1576324" y="414909"/>
                    <a:pt x="1507363" y="264414"/>
                    <a:pt x="1440815" y="111633"/>
                  </a:cubicBezTo>
                  <a:cubicBezTo>
                    <a:pt x="1437513" y="103378"/>
                    <a:pt x="1421892" y="70485"/>
                    <a:pt x="1406271" y="54102"/>
                  </a:cubicBezTo>
                  <a:cubicBezTo>
                    <a:pt x="1393444" y="40767"/>
                    <a:pt x="1378966" y="34798"/>
                    <a:pt x="1364869" y="34798"/>
                  </a:cubicBezTo>
                  <a:cubicBezTo>
                    <a:pt x="1359027" y="34798"/>
                    <a:pt x="1353312" y="35814"/>
                    <a:pt x="1347851" y="37719"/>
                  </a:cubicBezTo>
                  <a:cubicBezTo>
                    <a:pt x="1332230" y="43434"/>
                    <a:pt x="1314958" y="55753"/>
                    <a:pt x="1298575" y="75565"/>
                  </a:cubicBezTo>
                  <a:cubicBezTo>
                    <a:pt x="1272286" y="108458"/>
                    <a:pt x="1245997" y="165989"/>
                    <a:pt x="1219708" y="236601"/>
                  </a:cubicBezTo>
                  <a:cubicBezTo>
                    <a:pt x="1163828" y="390271"/>
                    <a:pt x="1111250" y="606425"/>
                    <a:pt x="1072642" y="734695"/>
                  </a:cubicBezTo>
                  <a:cubicBezTo>
                    <a:pt x="1070991" y="740410"/>
                    <a:pt x="1069340" y="746252"/>
                    <a:pt x="1066927" y="751967"/>
                  </a:cubicBezTo>
                  <a:cubicBezTo>
                    <a:pt x="1034034" y="664083"/>
                    <a:pt x="986409" y="581025"/>
                    <a:pt x="955167" y="491363"/>
                  </a:cubicBezTo>
                  <a:cubicBezTo>
                    <a:pt x="907923" y="353822"/>
                    <a:pt x="891540" y="193548"/>
                    <a:pt x="821690" y="65278"/>
                  </a:cubicBezTo>
                  <a:cubicBezTo>
                    <a:pt x="815086" y="52959"/>
                    <a:pt x="805307" y="32385"/>
                    <a:pt x="792861" y="20066"/>
                  </a:cubicBezTo>
                  <a:cubicBezTo>
                    <a:pt x="782193" y="9398"/>
                    <a:pt x="769112" y="2032"/>
                    <a:pt x="755142" y="381"/>
                  </a:cubicBezTo>
                  <a:cubicBezTo>
                    <a:pt x="752983" y="127"/>
                    <a:pt x="750824" y="0"/>
                    <a:pt x="748665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748628" cy="2046284"/>
          </a:xfrm>
          <a:custGeom>
            <a:avLst/>
            <a:gdLst/>
            <a:ahLst/>
            <a:cxnLst/>
            <a:rect r="r" b="b" t="t" l="l"/>
            <a:pathLst>
              <a:path h="2046284" w="1748628">
                <a:moveTo>
                  <a:pt x="0" y="0"/>
                </a:moveTo>
                <a:lnTo>
                  <a:pt x="1748628" y="0"/>
                </a:lnTo>
                <a:lnTo>
                  <a:pt x="1748628" y="2046285"/>
                </a:lnTo>
                <a:lnTo>
                  <a:pt x="0" y="204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36620" y="8944823"/>
            <a:ext cx="2581380" cy="1342177"/>
          </a:xfrm>
          <a:custGeom>
            <a:avLst/>
            <a:gdLst/>
            <a:ahLst/>
            <a:cxnLst/>
            <a:rect r="r" b="b" t="t" l="l"/>
            <a:pathLst>
              <a:path h="1342177" w="2581380">
                <a:moveTo>
                  <a:pt x="0" y="0"/>
                </a:moveTo>
                <a:lnTo>
                  <a:pt x="2581380" y="0"/>
                </a:lnTo>
                <a:lnTo>
                  <a:pt x="2581380" y="1342177"/>
                </a:lnTo>
                <a:lnTo>
                  <a:pt x="0" y="1342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4481522" y="0"/>
            <a:ext cx="4949790" cy="1358313"/>
            <a:chOff x="0" y="0"/>
            <a:chExt cx="4949787" cy="13583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34847" y="0"/>
              <a:ext cx="3339084" cy="1358519"/>
            </a:xfrm>
            <a:custGeom>
              <a:avLst/>
              <a:gdLst/>
              <a:ahLst/>
              <a:cxnLst/>
              <a:rect r="r" b="b" t="t" l="l"/>
              <a:pathLst>
                <a:path h="1358519" w="3339084">
                  <a:moveTo>
                    <a:pt x="18669" y="0"/>
                  </a:moveTo>
                  <a:cubicBezTo>
                    <a:pt x="8128" y="75946"/>
                    <a:pt x="2159" y="152400"/>
                    <a:pt x="1651" y="229362"/>
                  </a:cubicBezTo>
                  <a:cubicBezTo>
                    <a:pt x="0" y="450596"/>
                    <a:pt x="37592" y="724408"/>
                    <a:pt x="225171" y="869950"/>
                  </a:cubicBezTo>
                  <a:cubicBezTo>
                    <a:pt x="299974" y="927989"/>
                    <a:pt x="384810" y="951103"/>
                    <a:pt x="471424" y="951103"/>
                  </a:cubicBezTo>
                  <a:cubicBezTo>
                    <a:pt x="526923" y="951103"/>
                    <a:pt x="583184" y="941705"/>
                    <a:pt x="638048" y="925957"/>
                  </a:cubicBezTo>
                  <a:cubicBezTo>
                    <a:pt x="680847" y="1033399"/>
                    <a:pt x="744601" y="1136904"/>
                    <a:pt x="847344" y="1190752"/>
                  </a:cubicBezTo>
                  <a:cubicBezTo>
                    <a:pt x="895223" y="1215898"/>
                    <a:pt x="946404" y="1226439"/>
                    <a:pt x="997839" y="1226439"/>
                  </a:cubicBezTo>
                  <a:cubicBezTo>
                    <a:pt x="1063879" y="1226439"/>
                    <a:pt x="1130554" y="1209167"/>
                    <a:pt x="1192276" y="1183259"/>
                  </a:cubicBezTo>
                  <a:cubicBezTo>
                    <a:pt x="1336675" y="1122680"/>
                    <a:pt x="1463167" y="1022477"/>
                    <a:pt x="1578229" y="917956"/>
                  </a:cubicBezTo>
                  <a:cubicBezTo>
                    <a:pt x="1600835" y="897509"/>
                    <a:pt x="1622933" y="876554"/>
                    <a:pt x="1644904" y="855345"/>
                  </a:cubicBezTo>
                  <a:cubicBezTo>
                    <a:pt x="1645666" y="864362"/>
                    <a:pt x="1646047" y="873252"/>
                    <a:pt x="1647190" y="882269"/>
                  </a:cubicBezTo>
                  <a:cubicBezTo>
                    <a:pt x="1655826" y="945007"/>
                    <a:pt x="1673225" y="1005078"/>
                    <a:pt x="1699387" y="1062736"/>
                  </a:cubicBezTo>
                  <a:cubicBezTo>
                    <a:pt x="1725549" y="1120394"/>
                    <a:pt x="1759331" y="1173099"/>
                    <a:pt x="1800860" y="1220851"/>
                  </a:cubicBezTo>
                  <a:cubicBezTo>
                    <a:pt x="1824482" y="1248664"/>
                    <a:pt x="1849882" y="1274826"/>
                    <a:pt x="1876933" y="1299337"/>
                  </a:cubicBezTo>
                  <a:cubicBezTo>
                    <a:pt x="1890141" y="1311402"/>
                    <a:pt x="1903603" y="1322959"/>
                    <a:pt x="1917446" y="1334262"/>
                  </a:cubicBezTo>
                  <a:cubicBezTo>
                    <a:pt x="1929257" y="1343914"/>
                    <a:pt x="1941957" y="1358519"/>
                    <a:pt x="1957832" y="1358519"/>
                  </a:cubicBezTo>
                  <a:cubicBezTo>
                    <a:pt x="1957959" y="1358519"/>
                    <a:pt x="1958086" y="1358519"/>
                    <a:pt x="1958340" y="1358519"/>
                  </a:cubicBezTo>
                  <a:cubicBezTo>
                    <a:pt x="1993265" y="1355090"/>
                    <a:pt x="2027428" y="1348232"/>
                    <a:pt x="2060956" y="1337818"/>
                  </a:cubicBezTo>
                  <a:cubicBezTo>
                    <a:pt x="2094484" y="1329817"/>
                    <a:pt x="2127631" y="1320800"/>
                    <a:pt x="2160524" y="1310640"/>
                  </a:cubicBezTo>
                  <a:cubicBezTo>
                    <a:pt x="2287778" y="1271270"/>
                    <a:pt x="2407793" y="1215898"/>
                    <a:pt x="2520442" y="1144651"/>
                  </a:cubicBezTo>
                  <a:cubicBezTo>
                    <a:pt x="2741676" y="1004316"/>
                    <a:pt x="2921762" y="807847"/>
                    <a:pt x="3061716" y="587502"/>
                  </a:cubicBezTo>
                  <a:cubicBezTo>
                    <a:pt x="3178048" y="402209"/>
                    <a:pt x="3270504" y="206502"/>
                    <a:pt x="3339084" y="254"/>
                  </a:cubicBezTo>
                  <a:lnTo>
                    <a:pt x="3293745" y="254"/>
                  </a:lnTo>
                  <a:cubicBezTo>
                    <a:pt x="3151759" y="413893"/>
                    <a:pt x="2917190" y="818769"/>
                    <a:pt x="2552827" y="1072515"/>
                  </a:cubicBezTo>
                  <a:cubicBezTo>
                    <a:pt x="2464054" y="1133729"/>
                    <a:pt x="2369820" y="1184783"/>
                    <a:pt x="2270125" y="1225804"/>
                  </a:cubicBezTo>
                  <a:cubicBezTo>
                    <a:pt x="2170430" y="1266825"/>
                    <a:pt x="2067433" y="1296543"/>
                    <a:pt x="1961261" y="1315212"/>
                  </a:cubicBezTo>
                  <a:cubicBezTo>
                    <a:pt x="1861058" y="1235583"/>
                    <a:pt x="1772793" y="1137539"/>
                    <a:pt x="1725168" y="1017143"/>
                  </a:cubicBezTo>
                  <a:cubicBezTo>
                    <a:pt x="1700022" y="952373"/>
                    <a:pt x="1686814" y="885317"/>
                    <a:pt x="1685544" y="815848"/>
                  </a:cubicBezTo>
                  <a:cubicBezTo>
                    <a:pt x="1782445" y="718820"/>
                    <a:pt x="1873250" y="615696"/>
                    <a:pt x="1960118" y="509905"/>
                  </a:cubicBezTo>
                  <a:cubicBezTo>
                    <a:pt x="2074799" y="370459"/>
                    <a:pt x="2182876" y="225806"/>
                    <a:pt x="2285365" y="77216"/>
                  </a:cubicBezTo>
                  <a:cubicBezTo>
                    <a:pt x="2303018" y="51689"/>
                    <a:pt x="2320417" y="26035"/>
                    <a:pt x="2337816" y="254"/>
                  </a:cubicBezTo>
                  <a:lnTo>
                    <a:pt x="2288159" y="254"/>
                  </a:lnTo>
                  <a:cubicBezTo>
                    <a:pt x="2178558" y="163957"/>
                    <a:pt x="2061083" y="321945"/>
                    <a:pt x="1935734" y="474345"/>
                  </a:cubicBezTo>
                  <a:cubicBezTo>
                    <a:pt x="1856486" y="570992"/>
                    <a:pt x="1773936" y="665099"/>
                    <a:pt x="1686814" y="754761"/>
                  </a:cubicBezTo>
                  <a:cubicBezTo>
                    <a:pt x="1689227" y="717169"/>
                    <a:pt x="1694434" y="679958"/>
                    <a:pt x="1702689" y="643255"/>
                  </a:cubicBezTo>
                  <a:cubicBezTo>
                    <a:pt x="1719453" y="570357"/>
                    <a:pt x="1743583" y="499999"/>
                    <a:pt x="1775333" y="432308"/>
                  </a:cubicBezTo>
                  <a:cubicBezTo>
                    <a:pt x="1806829" y="363728"/>
                    <a:pt x="1830451" y="291338"/>
                    <a:pt x="1861566" y="222504"/>
                  </a:cubicBezTo>
                  <a:cubicBezTo>
                    <a:pt x="1895856" y="146558"/>
                    <a:pt x="1933321" y="72644"/>
                    <a:pt x="1974342" y="381"/>
                  </a:cubicBezTo>
                  <a:lnTo>
                    <a:pt x="1925955" y="381"/>
                  </a:lnTo>
                  <a:cubicBezTo>
                    <a:pt x="1918081" y="14605"/>
                    <a:pt x="1910207" y="28956"/>
                    <a:pt x="1902587" y="43307"/>
                  </a:cubicBezTo>
                  <a:cubicBezTo>
                    <a:pt x="1831340" y="183388"/>
                    <a:pt x="1767713" y="326771"/>
                    <a:pt x="1711833" y="473583"/>
                  </a:cubicBezTo>
                  <a:cubicBezTo>
                    <a:pt x="1668145" y="577596"/>
                    <a:pt x="1645158" y="686054"/>
                    <a:pt x="1642999" y="798830"/>
                  </a:cubicBezTo>
                  <a:cubicBezTo>
                    <a:pt x="1633728" y="807974"/>
                    <a:pt x="1624838" y="817245"/>
                    <a:pt x="1615694" y="826262"/>
                  </a:cubicBezTo>
                  <a:lnTo>
                    <a:pt x="1615694" y="826262"/>
                  </a:lnTo>
                  <a:cubicBezTo>
                    <a:pt x="1516761" y="925703"/>
                    <a:pt x="1407922" y="1012825"/>
                    <a:pt x="1289050" y="1087374"/>
                  </a:cubicBezTo>
                  <a:cubicBezTo>
                    <a:pt x="1202055" y="1139571"/>
                    <a:pt x="1102487" y="1185545"/>
                    <a:pt x="999109" y="1185545"/>
                  </a:cubicBezTo>
                  <a:cubicBezTo>
                    <a:pt x="995807" y="1185545"/>
                    <a:pt x="992505" y="1185545"/>
                    <a:pt x="989203" y="1185418"/>
                  </a:cubicBezTo>
                  <a:cubicBezTo>
                    <a:pt x="888873" y="1182624"/>
                    <a:pt x="805815" y="1126109"/>
                    <a:pt x="749173" y="1045464"/>
                  </a:cubicBezTo>
                  <a:cubicBezTo>
                    <a:pt x="720598" y="1004062"/>
                    <a:pt x="697103" y="959993"/>
                    <a:pt x="678688" y="913257"/>
                  </a:cubicBezTo>
                  <a:cubicBezTo>
                    <a:pt x="739140" y="892048"/>
                    <a:pt x="797052" y="865505"/>
                    <a:pt x="852551" y="833501"/>
                  </a:cubicBezTo>
                  <a:cubicBezTo>
                    <a:pt x="960501" y="770001"/>
                    <a:pt x="1060577" y="695833"/>
                    <a:pt x="1152525" y="610743"/>
                  </a:cubicBezTo>
                  <a:cubicBezTo>
                    <a:pt x="1244473" y="525653"/>
                    <a:pt x="1326388" y="431927"/>
                    <a:pt x="1398270" y="329184"/>
                  </a:cubicBezTo>
                  <a:cubicBezTo>
                    <a:pt x="1471803" y="224917"/>
                    <a:pt x="1536192" y="115316"/>
                    <a:pt x="1591310" y="254"/>
                  </a:cubicBezTo>
                  <a:lnTo>
                    <a:pt x="1547241" y="254"/>
                  </a:lnTo>
                  <a:cubicBezTo>
                    <a:pt x="1522984" y="49911"/>
                    <a:pt x="1497076" y="98806"/>
                    <a:pt x="1469263" y="146685"/>
                  </a:cubicBezTo>
                  <a:cubicBezTo>
                    <a:pt x="1415796" y="239776"/>
                    <a:pt x="1354709" y="327533"/>
                    <a:pt x="1286129" y="410083"/>
                  </a:cubicBezTo>
                  <a:cubicBezTo>
                    <a:pt x="1217549" y="492633"/>
                    <a:pt x="1142492" y="568833"/>
                    <a:pt x="1060958" y="638556"/>
                  </a:cubicBezTo>
                  <a:cubicBezTo>
                    <a:pt x="977773" y="709168"/>
                    <a:pt x="887857" y="769874"/>
                    <a:pt x="791337" y="820801"/>
                  </a:cubicBezTo>
                  <a:cubicBezTo>
                    <a:pt x="750443" y="842391"/>
                    <a:pt x="708279" y="860806"/>
                    <a:pt x="664718" y="876173"/>
                  </a:cubicBezTo>
                  <a:cubicBezTo>
                    <a:pt x="663194" y="871855"/>
                    <a:pt x="661416" y="867664"/>
                    <a:pt x="660019" y="863346"/>
                  </a:cubicBezTo>
                  <a:cubicBezTo>
                    <a:pt x="631317" y="783590"/>
                    <a:pt x="611886" y="701675"/>
                    <a:pt x="601599" y="617474"/>
                  </a:cubicBezTo>
                  <a:cubicBezTo>
                    <a:pt x="585216" y="464058"/>
                    <a:pt x="617093" y="309499"/>
                    <a:pt x="670306" y="165989"/>
                  </a:cubicBezTo>
                  <a:cubicBezTo>
                    <a:pt x="691261" y="109474"/>
                    <a:pt x="715391" y="54102"/>
                    <a:pt x="742188" y="0"/>
                  </a:cubicBezTo>
                  <a:lnTo>
                    <a:pt x="696341" y="0"/>
                  </a:lnTo>
                  <a:cubicBezTo>
                    <a:pt x="652399" y="89535"/>
                    <a:pt x="616077" y="182753"/>
                    <a:pt x="590804" y="279146"/>
                  </a:cubicBezTo>
                  <a:cubicBezTo>
                    <a:pt x="566928" y="366903"/>
                    <a:pt x="555371" y="456184"/>
                    <a:pt x="555752" y="547116"/>
                  </a:cubicBezTo>
                  <a:cubicBezTo>
                    <a:pt x="559308" y="643001"/>
                    <a:pt x="575691" y="736600"/>
                    <a:pt x="605028" y="828040"/>
                  </a:cubicBezTo>
                  <a:cubicBezTo>
                    <a:pt x="610997" y="848106"/>
                    <a:pt x="617601" y="868426"/>
                    <a:pt x="624840" y="888873"/>
                  </a:cubicBezTo>
                  <a:cubicBezTo>
                    <a:pt x="581660" y="901573"/>
                    <a:pt x="537591" y="909066"/>
                    <a:pt x="492633" y="911225"/>
                  </a:cubicBezTo>
                  <a:lnTo>
                    <a:pt x="492633" y="911225"/>
                  </a:lnTo>
                  <a:cubicBezTo>
                    <a:pt x="485521" y="911606"/>
                    <a:pt x="478536" y="911860"/>
                    <a:pt x="471551" y="911860"/>
                  </a:cubicBezTo>
                  <a:cubicBezTo>
                    <a:pt x="438023" y="911860"/>
                    <a:pt x="405003" y="907288"/>
                    <a:pt x="372364" y="898271"/>
                  </a:cubicBezTo>
                  <a:cubicBezTo>
                    <a:pt x="332994" y="887349"/>
                    <a:pt x="296418" y="870204"/>
                    <a:pt x="262763" y="847090"/>
                  </a:cubicBezTo>
                  <a:cubicBezTo>
                    <a:pt x="228854" y="821436"/>
                    <a:pt x="199136" y="791591"/>
                    <a:pt x="173482" y="757682"/>
                  </a:cubicBezTo>
                  <a:cubicBezTo>
                    <a:pt x="147828" y="723773"/>
                    <a:pt x="127381" y="686943"/>
                    <a:pt x="112014" y="647319"/>
                  </a:cubicBezTo>
                  <a:cubicBezTo>
                    <a:pt x="27305" y="447802"/>
                    <a:pt x="28575" y="212725"/>
                    <a:pt x="5994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509027" y="3404833"/>
            <a:ext cx="14539987" cy="5539990"/>
          </a:xfrm>
          <a:custGeom>
            <a:avLst/>
            <a:gdLst/>
            <a:ahLst/>
            <a:cxnLst/>
            <a:rect r="r" b="b" t="t" l="l"/>
            <a:pathLst>
              <a:path h="5539990" w="14539987">
                <a:moveTo>
                  <a:pt x="0" y="0"/>
                </a:moveTo>
                <a:lnTo>
                  <a:pt x="14539987" y="0"/>
                </a:lnTo>
                <a:lnTo>
                  <a:pt x="14539987" y="5539990"/>
                </a:lnTo>
                <a:lnTo>
                  <a:pt x="0" y="55399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8628" y="998725"/>
            <a:ext cx="14925123" cy="118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03"/>
              </a:lnSpc>
            </a:pPr>
            <a:r>
              <a:rPr lang="en-US" b="true" sz="9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Proposed Methodology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9027" y="3496899"/>
            <a:ext cx="14539987" cy="542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4"/>
              </a:lnSpc>
              <a:spcBef>
                <a:spcPct val="0"/>
              </a:spcBef>
            </a:pPr>
            <a:r>
              <a:rPr lang="en-US" b="true" sz="20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Here's a concise overview </a:t>
            </a:r>
            <a:r>
              <a:rPr lang="en-US" b="true" sz="20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of how the Iterative Waterfall model applies to the Farming Web Assisting Services project:</a:t>
            </a:r>
          </a:p>
          <a:p>
            <a:pPr algn="l">
              <a:lnSpc>
                <a:spcPts val="2914"/>
              </a:lnSpc>
              <a:spcBef>
                <a:spcPct val="0"/>
              </a:spcBef>
            </a:pPr>
            <a:r>
              <a:rPr lang="en-US" b="true" sz="208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•Requirements Analysis:</a:t>
            </a:r>
          </a:p>
          <a:p>
            <a:pPr algn="l" marL="449386" indent="-224693" lvl="1">
              <a:lnSpc>
                <a:spcPts val="2914"/>
              </a:lnSpc>
              <a:buFont typeface="Arial"/>
              <a:buChar char="•"/>
            </a:pPr>
            <a:r>
              <a:rPr lang="en-US" b="true" sz="20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Gather and refine user requirements through iterative feedback. </a:t>
            </a:r>
          </a:p>
          <a:p>
            <a:pPr algn="l">
              <a:lnSpc>
                <a:spcPts val="2914"/>
              </a:lnSpc>
              <a:spcBef>
                <a:spcPct val="0"/>
              </a:spcBef>
            </a:pPr>
            <a:r>
              <a:rPr lang="en-US" b="true" sz="208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•System Design:</a:t>
            </a:r>
          </a:p>
          <a:p>
            <a:pPr algn="l" marL="449386" indent="-224693" lvl="1">
              <a:lnSpc>
                <a:spcPts val="2914"/>
              </a:lnSpc>
              <a:buFont typeface="Arial"/>
              <a:buChar char="•"/>
            </a:pPr>
            <a:r>
              <a:rPr lang="en-US" b="true" sz="20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Create a solid design, tested and refined in iterations. </a:t>
            </a:r>
          </a:p>
          <a:p>
            <a:pPr algn="l">
              <a:lnSpc>
                <a:spcPts val="2914"/>
              </a:lnSpc>
              <a:spcBef>
                <a:spcPct val="0"/>
              </a:spcBef>
            </a:pPr>
            <a:r>
              <a:rPr lang="en-US" b="true" sz="208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•Implementation:</a:t>
            </a:r>
          </a:p>
          <a:p>
            <a:pPr algn="l" marL="449386" indent="-224693" lvl="1">
              <a:lnSpc>
                <a:spcPts val="2914"/>
              </a:lnSpc>
              <a:buFont typeface="Arial"/>
              <a:buChar char="•"/>
            </a:pPr>
            <a:r>
              <a:rPr lang="en-US" b="true" sz="20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Develop features in phases, adjusting based on continuous feedback. </a:t>
            </a:r>
          </a:p>
          <a:p>
            <a:pPr algn="l">
              <a:lnSpc>
                <a:spcPts val="2914"/>
              </a:lnSpc>
              <a:spcBef>
                <a:spcPct val="0"/>
              </a:spcBef>
            </a:pPr>
            <a:r>
              <a:rPr lang="en-US" b="true" sz="208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•Testing:</a:t>
            </a:r>
          </a:p>
          <a:p>
            <a:pPr algn="l" marL="449386" indent="-224693" lvl="1">
              <a:lnSpc>
                <a:spcPts val="2914"/>
              </a:lnSpc>
              <a:buFont typeface="Arial"/>
              <a:buChar char="•"/>
            </a:pPr>
            <a:r>
              <a:rPr lang="en-US" b="true" sz="20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Test early and throughout development, refining as needed. </a:t>
            </a:r>
          </a:p>
          <a:p>
            <a:pPr algn="l">
              <a:lnSpc>
                <a:spcPts val="2914"/>
              </a:lnSpc>
              <a:spcBef>
                <a:spcPct val="0"/>
              </a:spcBef>
            </a:pPr>
            <a:r>
              <a:rPr lang="en-US" b="true" sz="208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•Deployment:</a:t>
            </a:r>
          </a:p>
          <a:p>
            <a:pPr algn="l" marL="449386" indent="-224693" lvl="1">
              <a:lnSpc>
                <a:spcPts val="2914"/>
              </a:lnSpc>
              <a:buFont typeface="Arial"/>
              <a:buChar char="•"/>
            </a:pPr>
            <a:r>
              <a:rPr lang="en-US" b="true" sz="20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Deploy the system, then refine with incremental updates. </a:t>
            </a:r>
          </a:p>
          <a:p>
            <a:pPr algn="l">
              <a:lnSpc>
                <a:spcPts val="2914"/>
              </a:lnSpc>
              <a:spcBef>
                <a:spcPct val="0"/>
              </a:spcBef>
            </a:pPr>
            <a:r>
              <a:rPr lang="en-US" b="true" sz="208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•Maintenance:</a:t>
            </a:r>
          </a:p>
          <a:p>
            <a:pPr algn="l" marL="449386" indent="-224693" lvl="1">
              <a:lnSpc>
                <a:spcPts val="2914"/>
              </a:lnSpc>
              <a:buFont typeface="Arial"/>
              <a:buChar char="•"/>
            </a:pPr>
            <a:r>
              <a:rPr lang="en-US" b="true" sz="20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Continuously improve the system with regular updates based on evolving needs. </a:t>
            </a:r>
          </a:p>
          <a:p>
            <a:pPr algn="l">
              <a:lnSpc>
                <a:spcPts val="29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593154" y="-4699054"/>
            <a:ext cx="25307925" cy="19450050"/>
          </a:xfrm>
          <a:custGeom>
            <a:avLst/>
            <a:gdLst/>
            <a:ahLst/>
            <a:cxnLst/>
            <a:rect r="r" b="b" t="t" l="l"/>
            <a:pathLst>
              <a:path h="19450050" w="25307925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7826" y="-63503"/>
            <a:ext cx="4043677" cy="4045858"/>
          </a:xfrm>
          <a:custGeom>
            <a:avLst/>
            <a:gdLst/>
            <a:ahLst/>
            <a:cxnLst/>
            <a:rect r="r" b="b" t="t" l="l"/>
            <a:pathLst>
              <a:path h="4045858" w="4043677">
                <a:moveTo>
                  <a:pt x="0" y="0"/>
                </a:moveTo>
                <a:lnTo>
                  <a:pt x="4043677" y="0"/>
                </a:lnTo>
                <a:lnTo>
                  <a:pt x="4043677" y="4045858"/>
                </a:lnTo>
                <a:lnTo>
                  <a:pt x="0" y="40458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4221690" cy="1994125"/>
          </a:xfrm>
          <a:custGeom>
            <a:avLst/>
            <a:gdLst/>
            <a:ahLst/>
            <a:cxnLst/>
            <a:rect r="r" b="b" t="t" l="l"/>
            <a:pathLst>
              <a:path h="1994125" w="4221690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2654" y="1959426"/>
            <a:ext cx="7942692" cy="8327574"/>
          </a:xfrm>
          <a:custGeom>
            <a:avLst/>
            <a:gdLst/>
            <a:ahLst/>
            <a:cxnLst/>
            <a:rect r="r" b="b" t="t" l="l"/>
            <a:pathLst>
              <a:path h="8327574" w="7942692">
                <a:moveTo>
                  <a:pt x="0" y="0"/>
                </a:moveTo>
                <a:lnTo>
                  <a:pt x="7942692" y="0"/>
                </a:lnTo>
                <a:lnTo>
                  <a:pt x="7942692" y="8327574"/>
                </a:lnTo>
                <a:lnTo>
                  <a:pt x="0" y="83275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067" t="-138" r="-965" b="-149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90554" y="139813"/>
            <a:ext cx="774050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FLOW CHART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593154" y="-4699054"/>
            <a:ext cx="25307925" cy="19450050"/>
          </a:xfrm>
          <a:custGeom>
            <a:avLst/>
            <a:gdLst/>
            <a:ahLst/>
            <a:cxnLst/>
            <a:rect r="r" b="b" t="t" l="l"/>
            <a:pathLst>
              <a:path h="19450050" w="25307925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221690" cy="1994125"/>
          </a:xfrm>
          <a:custGeom>
            <a:avLst/>
            <a:gdLst/>
            <a:ahLst/>
            <a:cxnLst/>
            <a:rect r="r" b="b" t="t" l="l"/>
            <a:pathLst>
              <a:path h="1994125" w="4221690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45628" y="-63503"/>
            <a:ext cx="3009738" cy="1145848"/>
          </a:xfrm>
          <a:custGeom>
            <a:avLst/>
            <a:gdLst/>
            <a:ahLst/>
            <a:cxnLst/>
            <a:rect r="r" b="b" t="t" l="l"/>
            <a:pathLst>
              <a:path h="1145848" w="300973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8010" y="9271016"/>
            <a:ext cx="4072242" cy="1015984"/>
          </a:xfrm>
          <a:custGeom>
            <a:avLst/>
            <a:gdLst/>
            <a:ahLst/>
            <a:cxnLst/>
            <a:rect r="r" b="b" t="t" l="l"/>
            <a:pathLst>
              <a:path h="1015984" w="4072242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4350260" y="5803859"/>
            <a:ext cx="2774947" cy="2315937"/>
            <a:chOff x="0" y="0"/>
            <a:chExt cx="2774950" cy="23159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2647950" cy="1775841"/>
            </a:xfrm>
            <a:custGeom>
              <a:avLst/>
              <a:gdLst/>
              <a:ahLst/>
              <a:cxnLst/>
              <a:rect r="r" b="b" t="t" l="l"/>
              <a:pathLst>
                <a:path h="1775841" w="2647950">
                  <a:moveTo>
                    <a:pt x="2522093" y="115570"/>
                  </a:moveTo>
                  <a:cubicBezTo>
                    <a:pt x="2527681" y="115570"/>
                    <a:pt x="2532380" y="120142"/>
                    <a:pt x="2532380" y="125857"/>
                  </a:cubicBezTo>
                  <a:lnTo>
                    <a:pt x="2532380" y="1408811"/>
                  </a:lnTo>
                  <a:lnTo>
                    <a:pt x="115570" y="1408811"/>
                  </a:lnTo>
                  <a:lnTo>
                    <a:pt x="115570" y="125857"/>
                  </a:lnTo>
                  <a:cubicBezTo>
                    <a:pt x="115570" y="120142"/>
                    <a:pt x="120269" y="115570"/>
                    <a:pt x="125984" y="115570"/>
                  </a:cubicBezTo>
                  <a:close/>
                  <a:moveTo>
                    <a:pt x="1540256" y="1539875"/>
                  </a:moveTo>
                  <a:cubicBezTo>
                    <a:pt x="1578229" y="1539875"/>
                    <a:pt x="1609090" y="1570609"/>
                    <a:pt x="1609090" y="1608709"/>
                  </a:cubicBezTo>
                  <a:cubicBezTo>
                    <a:pt x="1609090" y="1627759"/>
                    <a:pt x="1601470" y="1644904"/>
                    <a:pt x="1588897" y="1657477"/>
                  </a:cubicBezTo>
                  <a:cubicBezTo>
                    <a:pt x="1576324" y="1670050"/>
                    <a:pt x="1559306" y="1677670"/>
                    <a:pt x="1540256" y="1677670"/>
                  </a:cubicBezTo>
                  <a:lnTo>
                    <a:pt x="1107694" y="1677670"/>
                  </a:lnTo>
                  <a:cubicBezTo>
                    <a:pt x="1069721" y="1677670"/>
                    <a:pt x="1038860" y="1646809"/>
                    <a:pt x="1038860" y="1608836"/>
                  </a:cubicBezTo>
                  <a:cubicBezTo>
                    <a:pt x="1038860" y="1589786"/>
                    <a:pt x="1046607" y="1572641"/>
                    <a:pt x="1059053" y="1560195"/>
                  </a:cubicBezTo>
                  <a:cubicBezTo>
                    <a:pt x="1071499" y="1547749"/>
                    <a:pt x="1088644" y="1540002"/>
                    <a:pt x="1107694" y="1540002"/>
                  </a:cubicBezTo>
                  <a:close/>
                  <a:moveTo>
                    <a:pt x="125984" y="0"/>
                  </a:moveTo>
                  <a:cubicBezTo>
                    <a:pt x="57531" y="0"/>
                    <a:pt x="1651" y="54737"/>
                    <a:pt x="0" y="122682"/>
                  </a:cubicBezTo>
                  <a:lnTo>
                    <a:pt x="0" y="122682"/>
                  </a:lnTo>
                  <a:lnTo>
                    <a:pt x="0" y="1653159"/>
                  </a:lnTo>
                  <a:cubicBezTo>
                    <a:pt x="1651" y="1721104"/>
                    <a:pt x="57531" y="1775841"/>
                    <a:pt x="125984" y="1775841"/>
                  </a:cubicBezTo>
                  <a:lnTo>
                    <a:pt x="2522093" y="1775841"/>
                  </a:lnTo>
                  <a:cubicBezTo>
                    <a:pt x="2590419" y="1775841"/>
                    <a:pt x="2646299" y="1720977"/>
                    <a:pt x="2647950" y="1653032"/>
                  </a:cubicBezTo>
                  <a:lnTo>
                    <a:pt x="2647950" y="1653032"/>
                  </a:lnTo>
                  <a:lnTo>
                    <a:pt x="2647950" y="122809"/>
                  </a:lnTo>
                  <a:lnTo>
                    <a:pt x="2647950" y="122809"/>
                  </a:lnTo>
                  <a:cubicBezTo>
                    <a:pt x="2646299" y="54864"/>
                    <a:pt x="2590419" y="0"/>
                    <a:pt x="2522093" y="0"/>
                  </a:cubicBezTo>
                  <a:close/>
                </a:path>
              </a:pathLst>
            </a:custGeom>
            <a:solidFill>
              <a:srgbClr val="1B191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37031" y="1638173"/>
              <a:ext cx="500888" cy="68326"/>
            </a:xfrm>
            <a:custGeom>
              <a:avLst/>
              <a:gdLst/>
              <a:ahLst/>
              <a:cxnLst/>
              <a:rect r="r" b="b" t="t" l="l"/>
              <a:pathLst>
                <a:path h="68326" w="500888">
                  <a:moveTo>
                    <a:pt x="500888" y="34036"/>
                  </a:moveTo>
                  <a:cubicBezTo>
                    <a:pt x="500888" y="43180"/>
                    <a:pt x="497332" y="51816"/>
                    <a:pt x="490855" y="58293"/>
                  </a:cubicBezTo>
                  <a:cubicBezTo>
                    <a:pt x="484378" y="64770"/>
                    <a:pt x="475869" y="68326"/>
                    <a:pt x="466725" y="68326"/>
                  </a:cubicBezTo>
                  <a:lnTo>
                    <a:pt x="34163" y="68326"/>
                  </a:lnTo>
                  <a:cubicBezTo>
                    <a:pt x="15367" y="68326"/>
                    <a:pt x="0" y="52959"/>
                    <a:pt x="0" y="34163"/>
                  </a:cubicBezTo>
                  <a:cubicBezTo>
                    <a:pt x="0" y="25019"/>
                    <a:pt x="3556" y="16510"/>
                    <a:pt x="10033" y="9906"/>
                  </a:cubicBezTo>
                  <a:cubicBezTo>
                    <a:pt x="16510" y="3556"/>
                    <a:pt x="25019" y="0"/>
                    <a:pt x="34163" y="0"/>
                  </a:cubicBezTo>
                  <a:lnTo>
                    <a:pt x="466725" y="0"/>
                  </a:lnTo>
                  <a:cubicBezTo>
                    <a:pt x="485521" y="0"/>
                    <a:pt x="500888" y="15367"/>
                    <a:pt x="500888" y="34163"/>
                  </a:cubicBezTo>
                </a:path>
              </a:pathLst>
            </a:custGeom>
            <a:solidFill>
              <a:srgbClr val="1B191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8838" y="2096389"/>
              <a:ext cx="1557401" cy="156083"/>
            </a:xfrm>
            <a:custGeom>
              <a:avLst/>
              <a:gdLst/>
              <a:ahLst/>
              <a:cxnLst/>
              <a:rect r="r" b="b" t="t" l="l"/>
              <a:pathLst>
                <a:path h="156083" w="1557401">
                  <a:moveTo>
                    <a:pt x="1557401" y="156083"/>
                  </a:moveTo>
                  <a:lnTo>
                    <a:pt x="0" y="156083"/>
                  </a:lnTo>
                  <a:cubicBezTo>
                    <a:pt x="30861" y="65405"/>
                    <a:pt x="116967" y="0"/>
                    <a:pt x="218059" y="0"/>
                  </a:cubicBezTo>
                  <a:lnTo>
                    <a:pt x="1339469" y="0"/>
                  </a:lnTo>
                  <a:cubicBezTo>
                    <a:pt x="1440561" y="0"/>
                    <a:pt x="1526540" y="65405"/>
                    <a:pt x="1557401" y="156083"/>
                  </a:cubicBezTo>
                </a:path>
              </a:pathLst>
            </a:custGeom>
            <a:solidFill>
              <a:srgbClr val="1B191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91057" y="1881124"/>
              <a:ext cx="592836" cy="173355"/>
            </a:xfrm>
            <a:custGeom>
              <a:avLst/>
              <a:gdLst/>
              <a:ahLst/>
              <a:cxnLst/>
              <a:rect r="r" b="b" t="t" l="l"/>
              <a:pathLst>
                <a:path h="173355" w="592836">
                  <a:moveTo>
                    <a:pt x="592836" y="173355"/>
                  </a:moveTo>
                  <a:lnTo>
                    <a:pt x="0" y="173355"/>
                  </a:lnTo>
                  <a:lnTo>
                    <a:pt x="58293" y="0"/>
                  </a:lnTo>
                  <a:lnTo>
                    <a:pt x="534543" y="0"/>
                  </a:lnTo>
                  <a:lnTo>
                    <a:pt x="592836" y="173355"/>
                  </a:lnTo>
                </a:path>
              </a:pathLst>
            </a:custGeom>
            <a:solidFill>
              <a:srgbClr val="1B1919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357500" y="8541820"/>
            <a:ext cx="2930500" cy="1745180"/>
          </a:xfrm>
          <a:custGeom>
            <a:avLst/>
            <a:gdLst/>
            <a:ahLst/>
            <a:cxnLst/>
            <a:rect r="r" b="b" t="t" l="l"/>
            <a:pathLst>
              <a:path h="1745180" w="293050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322679" y="-1048950"/>
            <a:ext cx="1357036" cy="4019502"/>
          </a:xfrm>
          <a:custGeom>
            <a:avLst/>
            <a:gdLst/>
            <a:ahLst/>
            <a:cxnLst/>
            <a:rect r="r" b="b" t="t" l="l"/>
            <a:pathLst>
              <a:path h="4019502" w="1357036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297308" y="885825"/>
            <a:ext cx="8410054" cy="129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1"/>
              </a:lnSpc>
            </a:pPr>
            <a:r>
              <a:rPr lang="en-US" b="true" sz="7579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Overview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27205" y="3450007"/>
            <a:ext cx="14350260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The Farming Assistance Web Applicati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on is a digital platform that connects farmers directly with suppliers, offers crop demand ads, allows complaint submissions, and provides real-time market data. It includes tools for resource management and is mobile-friendly, secure, and easy to use—helping farmers improve productivity and income.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593154" y="-4699054"/>
            <a:ext cx="25307925" cy="19450050"/>
          </a:xfrm>
          <a:custGeom>
            <a:avLst/>
            <a:gdLst/>
            <a:ahLst/>
            <a:cxnLst/>
            <a:rect r="r" b="b" t="t" l="l"/>
            <a:pathLst>
              <a:path h="19450050" w="25307925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221690" cy="1994125"/>
          </a:xfrm>
          <a:custGeom>
            <a:avLst/>
            <a:gdLst/>
            <a:ahLst/>
            <a:cxnLst/>
            <a:rect r="r" b="b" t="t" l="l"/>
            <a:pathLst>
              <a:path h="1994125" w="4221690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45628" y="-63503"/>
            <a:ext cx="3009738" cy="1145848"/>
          </a:xfrm>
          <a:custGeom>
            <a:avLst/>
            <a:gdLst/>
            <a:ahLst/>
            <a:cxnLst/>
            <a:rect r="r" b="b" t="t" l="l"/>
            <a:pathLst>
              <a:path h="1145848" w="300973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8010" y="9271016"/>
            <a:ext cx="4072242" cy="1015984"/>
          </a:xfrm>
          <a:custGeom>
            <a:avLst/>
            <a:gdLst/>
            <a:ahLst/>
            <a:cxnLst/>
            <a:rect r="r" b="b" t="t" l="l"/>
            <a:pathLst>
              <a:path h="1015984" w="4072242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57500" y="8541820"/>
            <a:ext cx="2930500" cy="1745180"/>
          </a:xfrm>
          <a:custGeom>
            <a:avLst/>
            <a:gdLst/>
            <a:ahLst/>
            <a:cxnLst/>
            <a:rect r="r" b="b" t="t" l="l"/>
            <a:pathLst>
              <a:path h="1745180" w="293050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22679" y="-1048950"/>
            <a:ext cx="1357036" cy="4019502"/>
          </a:xfrm>
          <a:custGeom>
            <a:avLst/>
            <a:gdLst/>
            <a:ahLst/>
            <a:cxnLst/>
            <a:rect r="r" b="b" t="t" l="l"/>
            <a:pathLst>
              <a:path h="4019502" w="1357036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61259" y="4208374"/>
            <a:ext cx="3095625" cy="3095625"/>
          </a:xfrm>
          <a:custGeom>
            <a:avLst/>
            <a:gdLst/>
            <a:ahLst/>
            <a:cxnLst/>
            <a:rect r="r" b="b" t="t" l="l"/>
            <a:pathLst>
              <a:path h="3095625" w="3095625">
                <a:moveTo>
                  <a:pt x="0" y="0"/>
                </a:moveTo>
                <a:lnTo>
                  <a:pt x="3095625" y="0"/>
                </a:lnTo>
                <a:lnTo>
                  <a:pt x="3095625" y="3095625"/>
                </a:lnTo>
                <a:lnTo>
                  <a:pt x="0" y="3095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6642" y="1858056"/>
            <a:ext cx="13451171" cy="857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5"/>
              </a:lnSpc>
            </a:pP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HTML (Hy</a:t>
            </a: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perText Markup Language):</a:t>
            </a:r>
          </a:p>
          <a:p>
            <a:pPr algn="just" marL="474502" indent="-237251" lvl="1">
              <a:lnSpc>
                <a:spcPts val="3595"/>
              </a:lnSpc>
              <a:buFont typeface="Arial"/>
              <a:buChar char="•"/>
            </a:pP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Used to structure the content and layout of web pages. It defines elements like headings, paragraphs, tables, and forms.</a:t>
            </a:r>
          </a:p>
          <a:p>
            <a:pPr algn="just">
              <a:lnSpc>
                <a:spcPts val="3595"/>
              </a:lnSpc>
            </a:pP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CSS (Cascading Style Sh</a:t>
            </a: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eets):</a:t>
            </a:r>
          </a:p>
          <a:p>
            <a:pPr algn="just" marL="474502" indent="-237251" lvl="1">
              <a:lnSpc>
                <a:spcPts val="3595"/>
              </a:lnSpc>
              <a:buFont typeface="Arial"/>
              <a:buChar char="•"/>
            </a:pP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Enhances the visual appearance of HTML elements. It controls layout, colors, fonts, and responsiveness across devices.</a:t>
            </a:r>
          </a:p>
          <a:p>
            <a:pPr algn="just">
              <a:lnSpc>
                <a:spcPts val="3595"/>
              </a:lnSpc>
            </a:pP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Jav</a:t>
            </a: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aScript:</a:t>
            </a:r>
          </a:p>
          <a:p>
            <a:pPr algn="just" marL="474502" indent="-237251" lvl="1">
              <a:lnSpc>
                <a:spcPts val="3595"/>
              </a:lnSpc>
              <a:buFont typeface="Arial"/>
              <a:buChar char="•"/>
            </a:pP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Add</a:t>
            </a: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 interactivity to the website such as form validation, dynamic content updates, and real-time interactions. It run</a:t>
            </a: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 on the client side to enhance user experience.</a:t>
            </a:r>
          </a:p>
          <a:p>
            <a:pPr algn="just">
              <a:lnSpc>
                <a:spcPts val="3595"/>
              </a:lnSpc>
            </a:pP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PHP (Hypertext Preprocessor):</a:t>
            </a:r>
          </a:p>
          <a:p>
            <a:pPr algn="just" marL="474502" indent="-237251" lvl="1">
              <a:lnSpc>
                <a:spcPts val="3595"/>
              </a:lnSpc>
              <a:buFont typeface="Arial"/>
              <a:buChar char="•"/>
            </a:pP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 server-side scripting language used to handle backend logic. It processes</a:t>
            </a: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user req</a:t>
            </a: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uest</a:t>
            </a: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s, handles form data, and communicates with the database.</a:t>
            </a:r>
          </a:p>
          <a:p>
            <a:pPr algn="just">
              <a:lnSpc>
                <a:spcPts val="3595"/>
              </a:lnSpc>
            </a:pP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MySQL:</a:t>
            </a:r>
          </a:p>
          <a:p>
            <a:pPr algn="just" marL="474502" indent="-237251" lvl="1">
              <a:lnSpc>
                <a:spcPts val="3595"/>
              </a:lnSpc>
              <a:buFont typeface="Arial"/>
              <a:buChar char="•"/>
            </a:pP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 relational database management system used to store and</a:t>
            </a: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manage data. It handles user information, crop listings, complaints, </a:t>
            </a: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nd market data efficiently.</a:t>
            </a:r>
          </a:p>
          <a:p>
            <a:pPr algn="just">
              <a:lnSpc>
                <a:spcPts val="3595"/>
              </a:lnSpc>
            </a:pP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Apache Web Server:</a:t>
            </a:r>
          </a:p>
          <a:p>
            <a:pPr algn="just" marL="474502" indent="-237251" lvl="1">
              <a:lnSpc>
                <a:spcPts val="3595"/>
              </a:lnSpc>
              <a:buFont typeface="Arial"/>
              <a:buChar char="•"/>
            </a:pP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Hosts the web application and serves web pages to us</a:t>
            </a:r>
            <a:r>
              <a:rPr lang="en-US" b="true" sz="21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ers. It handles HTTP requests and manages the communication between the server and client.</a:t>
            </a:r>
          </a:p>
          <a:p>
            <a:pPr algn="just" marL="474502" indent="-237251" lvl="1">
              <a:lnSpc>
                <a:spcPts val="4986"/>
              </a:lnSpc>
              <a:buFont typeface="Arial"/>
              <a:buChar char="•"/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151671" y="249711"/>
            <a:ext cx="2977689" cy="2977689"/>
          </a:xfrm>
          <a:custGeom>
            <a:avLst/>
            <a:gdLst/>
            <a:ahLst/>
            <a:cxnLst/>
            <a:rect r="r" b="b" t="t" l="l"/>
            <a:pathLst>
              <a:path h="2977689" w="2977689">
                <a:moveTo>
                  <a:pt x="0" y="0"/>
                </a:moveTo>
                <a:lnTo>
                  <a:pt x="2977689" y="0"/>
                </a:lnTo>
                <a:lnTo>
                  <a:pt x="2977689" y="2977689"/>
                </a:lnTo>
                <a:lnTo>
                  <a:pt x="0" y="29776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007092" y="565528"/>
            <a:ext cx="8730720" cy="1374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36"/>
              </a:lnSpc>
            </a:pPr>
            <a:r>
              <a:rPr lang="en-US" b="true" sz="7383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</a:t>
            </a:r>
            <a:r>
              <a:rPr lang="en-US" b="true" sz="7383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  <a:r>
              <a:rPr lang="en-US" b="true" sz="7383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ogies Used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593154" y="-4699054"/>
            <a:ext cx="25307925" cy="19450050"/>
          </a:xfrm>
          <a:custGeom>
            <a:avLst/>
            <a:gdLst/>
            <a:ahLst/>
            <a:cxnLst/>
            <a:rect r="r" b="b" t="t" l="l"/>
            <a:pathLst>
              <a:path h="19450050" w="25307925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221690" cy="1994125"/>
          </a:xfrm>
          <a:custGeom>
            <a:avLst/>
            <a:gdLst/>
            <a:ahLst/>
            <a:cxnLst/>
            <a:rect r="r" b="b" t="t" l="l"/>
            <a:pathLst>
              <a:path h="1994125" w="4221690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45628" y="-63503"/>
            <a:ext cx="3009738" cy="1145848"/>
          </a:xfrm>
          <a:custGeom>
            <a:avLst/>
            <a:gdLst/>
            <a:ahLst/>
            <a:cxnLst/>
            <a:rect r="r" b="b" t="t" l="l"/>
            <a:pathLst>
              <a:path h="1145848" w="300973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8010" y="9271016"/>
            <a:ext cx="4072242" cy="1015984"/>
          </a:xfrm>
          <a:custGeom>
            <a:avLst/>
            <a:gdLst/>
            <a:ahLst/>
            <a:cxnLst/>
            <a:rect r="r" b="b" t="t" l="l"/>
            <a:pathLst>
              <a:path h="1015984" w="4072242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57500" y="8541820"/>
            <a:ext cx="2930500" cy="1745180"/>
          </a:xfrm>
          <a:custGeom>
            <a:avLst/>
            <a:gdLst/>
            <a:ahLst/>
            <a:cxnLst/>
            <a:rect r="r" b="b" t="t" l="l"/>
            <a:pathLst>
              <a:path h="1745180" w="293050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54698" y="3657876"/>
            <a:ext cx="5911177" cy="4223918"/>
          </a:xfrm>
          <a:custGeom>
            <a:avLst/>
            <a:gdLst/>
            <a:ahLst/>
            <a:cxnLst/>
            <a:rect r="r" b="b" t="t" l="l"/>
            <a:pathLst>
              <a:path h="4223918" w="5911177">
                <a:moveTo>
                  <a:pt x="0" y="0"/>
                </a:moveTo>
                <a:lnTo>
                  <a:pt x="5911177" y="0"/>
                </a:lnTo>
                <a:lnTo>
                  <a:pt x="5911177" y="4223919"/>
                </a:lnTo>
                <a:lnTo>
                  <a:pt x="0" y="4223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322679" y="-1048950"/>
            <a:ext cx="1357036" cy="4019502"/>
          </a:xfrm>
          <a:custGeom>
            <a:avLst/>
            <a:gdLst/>
            <a:ahLst/>
            <a:cxnLst/>
            <a:rect r="r" b="b" t="t" l="l"/>
            <a:pathLst>
              <a:path h="4019502" w="1357036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19972" y="1003354"/>
            <a:ext cx="12968668" cy="139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78"/>
              </a:lnSpc>
            </a:pPr>
            <a:r>
              <a:rPr lang="en-US" b="true" sz="7984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Advantages of DristiTrack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9563" y="3282858"/>
            <a:ext cx="13977938" cy="491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17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nnects farmers directly with suppliers, removing middlemen.</a:t>
            </a:r>
          </a:p>
          <a:p>
            <a:pPr algn="l" marL="647700" indent="-323850" lvl="1">
              <a:lnSpc>
                <a:spcPts val="417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rovides real-time market prices and crop demand.</a:t>
            </a:r>
          </a:p>
          <a:p>
            <a:pPr algn="l" marL="647700" indent="-323850" lvl="1">
              <a:lnSpc>
                <a:spcPts val="417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Allows complaint reg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istration and admin res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olution.</a:t>
            </a:r>
          </a:p>
          <a:p>
            <a:pPr algn="l" marL="647700" indent="-323850" lvl="1">
              <a:lnSpc>
                <a:spcPts val="417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Offers tools for resource (water/fertilizer) manag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ement.</a:t>
            </a:r>
          </a:p>
          <a:p>
            <a:pPr algn="l" marL="647700" indent="-323850" lvl="1">
              <a:lnSpc>
                <a:spcPts val="417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Mobile-friendly and 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easy to access from anywhere.</a:t>
            </a:r>
          </a:p>
          <a:p>
            <a:pPr algn="l" marL="647700" indent="-323850" lvl="1">
              <a:lnSpc>
                <a:spcPts val="417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Ensures data privacy and secure transactions.</a:t>
            </a:r>
          </a:p>
          <a:p>
            <a:pPr algn="l" marL="647700" indent="-323850" lvl="1">
              <a:lnSpc>
                <a:spcPts val="417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Encou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rages community support and expe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rt guidance.</a:t>
            </a:r>
          </a:p>
          <a:p>
            <a:pPr algn="l" marL="647700" indent="-323850" lvl="1">
              <a:lnSpc>
                <a:spcPts val="417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Increases productivity, income, and sustainability.</a:t>
            </a:r>
          </a:p>
          <a:p>
            <a:pPr algn="l">
              <a:lnSpc>
                <a:spcPts val="75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593154" y="-4699054"/>
            <a:ext cx="25307925" cy="19450050"/>
          </a:xfrm>
          <a:custGeom>
            <a:avLst/>
            <a:gdLst/>
            <a:ahLst/>
            <a:cxnLst/>
            <a:rect r="r" b="b" t="t" l="l"/>
            <a:pathLst>
              <a:path h="19450050" w="25307925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221690" cy="1994125"/>
          </a:xfrm>
          <a:custGeom>
            <a:avLst/>
            <a:gdLst/>
            <a:ahLst/>
            <a:cxnLst/>
            <a:rect r="r" b="b" t="t" l="l"/>
            <a:pathLst>
              <a:path h="1994125" w="4221690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45628" y="-63503"/>
            <a:ext cx="3009738" cy="1145848"/>
          </a:xfrm>
          <a:custGeom>
            <a:avLst/>
            <a:gdLst/>
            <a:ahLst/>
            <a:cxnLst/>
            <a:rect r="r" b="b" t="t" l="l"/>
            <a:pathLst>
              <a:path h="1145848" w="300973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8010" y="9271016"/>
            <a:ext cx="4072242" cy="1015984"/>
          </a:xfrm>
          <a:custGeom>
            <a:avLst/>
            <a:gdLst/>
            <a:ahLst/>
            <a:cxnLst/>
            <a:rect r="r" b="b" t="t" l="l"/>
            <a:pathLst>
              <a:path h="1015984" w="4072242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57500" y="8541820"/>
            <a:ext cx="2930500" cy="1745180"/>
          </a:xfrm>
          <a:custGeom>
            <a:avLst/>
            <a:gdLst/>
            <a:ahLst/>
            <a:cxnLst/>
            <a:rect r="r" b="b" t="t" l="l"/>
            <a:pathLst>
              <a:path h="1745180" w="293050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54698" y="3657876"/>
            <a:ext cx="5911177" cy="4223918"/>
          </a:xfrm>
          <a:custGeom>
            <a:avLst/>
            <a:gdLst/>
            <a:ahLst/>
            <a:cxnLst/>
            <a:rect r="r" b="b" t="t" l="l"/>
            <a:pathLst>
              <a:path h="4223918" w="5911177">
                <a:moveTo>
                  <a:pt x="0" y="0"/>
                </a:moveTo>
                <a:lnTo>
                  <a:pt x="5911177" y="0"/>
                </a:lnTo>
                <a:lnTo>
                  <a:pt x="5911177" y="4223919"/>
                </a:lnTo>
                <a:lnTo>
                  <a:pt x="0" y="4223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322679" y="-1048950"/>
            <a:ext cx="1357036" cy="4019502"/>
          </a:xfrm>
          <a:custGeom>
            <a:avLst/>
            <a:gdLst/>
            <a:ahLst/>
            <a:cxnLst/>
            <a:rect r="r" b="b" t="t" l="l"/>
            <a:pathLst>
              <a:path h="4019502" w="1357036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73905" y="1003354"/>
            <a:ext cx="12702852" cy="138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337"/>
              </a:lnSpc>
            </a:pPr>
            <a:r>
              <a:rPr lang="en-US" b="true" sz="8098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Limitations of DristiTrack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10" y="2770092"/>
            <a:ext cx="18288000" cy="53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Internet Dependency: Requires a stable internet connection, which may not be available in all rural areas.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Literacy: Some farmers may lack the skills t</a:t>
            </a: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 use web-based platforms effectively.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Initial Adoption Resistance: Traditional farmers may be hesitant to adopt new technology.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Language Barrier: If not available in local languages, usability may be limited.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Limited Reach: May not cover all regions or crop types initially.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Maintenance Required: Regular updates and server maintenance are necessary for smooth functioning.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 Accuracy: Relies on accurate and timely data inputs for market prices and trends.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593154" y="-4699054"/>
            <a:ext cx="25307925" cy="19450050"/>
          </a:xfrm>
          <a:custGeom>
            <a:avLst/>
            <a:gdLst/>
            <a:ahLst/>
            <a:cxnLst/>
            <a:rect r="r" b="b" t="t" l="l"/>
            <a:pathLst>
              <a:path h="19450050" w="25307925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221690" cy="1994125"/>
          </a:xfrm>
          <a:custGeom>
            <a:avLst/>
            <a:gdLst/>
            <a:ahLst/>
            <a:cxnLst/>
            <a:rect r="r" b="b" t="t" l="l"/>
            <a:pathLst>
              <a:path h="1994125" w="4221690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45628" y="-63503"/>
            <a:ext cx="3009738" cy="1145848"/>
          </a:xfrm>
          <a:custGeom>
            <a:avLst/>
            <a:gdLst/>
            <a:ahLst/>
            <a:cxnLst/>
            <a:rect r="r" b="b" t="t" l="l"/>
            <a:pathLst>
              <a:path h="1145848" w="300973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8010" y="9271016"/>
            <a:ext cx="4072242" cy="1015984"/>
          </a:xfrm>
          <a:custGeom>
            <a:avLst/>
            <a:gdLst/>
            <a:ahLst/>
            <a:cxnLst/>
            <a:rect r="r" b="b" t="t" l="l"/>
            <a:pathLst>
              <a:path h="1015984" w="4072242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57500" y="8541820"/>
            <a:ext cx="2930500" cy="1745180"/>
          </a:xfrm>
          <a:custGeom>
            <a:avLst/>
            <a:gdLst/>
            <a:ahLst/>
            <a:cxnLst/>
            <a:rect r="r" b="b" t="t" l="l"/>
            <a:pathLst>
              <a:path h="1745180" w="293050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54698" y="3657876"/>
            <a:ext cx="5911177" cy="4223918"/>
          </a:xfrm>
          <a:custGeom>
            <a:avLst/>
            <a:gdLst/>
            <a:ahLst/>
            <a:cxnLst/>
            <a:rect r="r" b="b" t="t" l="l"/>
            <a:pathLst>
              <a:path h="4223918" w="5911177">
                <a:moveTo>
                  <a:pt x="0" y="0"/>
                </a:moveTo>
                <a:lnTo>
                  <a:pt x="5911177" y="0"/>
                </a:lnTo>
                <a:lnTo>
                  <a:pt x="5911177" y="4223919"/>
                </a:lnTo>
                <a:lnTo>
                  <a:pt x="0" y="4223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322679" y="-1048950"/>
            <a:ext cx="1357036" cy="4019502"/>
          </a:xfrm>
          <a:custGeom>
            <a:avLst/>
            <a:gdLst/>
            <a:ahLst/>
            <a:cxnLst/>
            <a:rect r="r" b="b" t="t" l="l"/>
            <a:pathLst>
              <a:path h="4019502" w="1357036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55874" y="1016937"/>
            <a:ext cx="13213632" cy="1926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0"/>
              </a:lnSpc>
            </a:pPr>
            <a:r>
              <a:rPr lang="en-US" b="true" sz="7798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Real</a:t>
            </a:r>
            <a:r>
              <a:rPr lang="en-US" b="true" sz="7798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  <a:r>
              <a:rPr lang="en-US" b="true" sz="7798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-Worl</a:t>
            </a:r>
            <a:r>
              <a:rPr lang="en-US" b="true" sz="7798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  <a:r>
              <a:rPr lang="en-US" b="true" sz="7798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d Appl</a:t>
            </a:r>
            <a:r>
              <a:rPr lang="en-US" b="true" sz="7798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  <a:r>
              <a:rPr lang="en-US" b="true" sz="7798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ications of DristiTrack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2960" y="3492986"/>
            <a:ext cx="14074540" cy="484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122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irect selling of crops to suppliers</a:t>
            </a:r>
          </a:p>
          <a:p>
            <a:pPr algn="l" marL="647700" indent="-323850" lvl="1">
              <a:lnSpc>
                <a:spcPts val="4122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crop price updates</a:t>
            </a:r>
          </a:p>
          <a:p>
            <a:pPr algn="l" marL="647700" indent="-323850" lvl="1">
              <a:lnSpc>
                <a:spcPts val="4122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Crop planning bas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ed on 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market demand</a:t>
            </a:r>
          </a:p>
          <a:p>
            <a:pPr algn="l" marL="647700" indent="-323850" lvl="1">
              <a:lnSpc>
                <a:spcPts val="4122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Complaint registration a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nd support</a:t>
            </a:r>
          </a:p>
          <a:p>
            <a:pPr algn="l" marL="647700" indent="-323850" lvl="1">
              <a:lnSpc>
                <a:spcPts val="4122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Efficient use of water and f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erti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lizers</a:t>
            </a:r>
          </a:p>
          <a:p>
            <a:pPr algn="l" marL="647700" indent="-323850" lvl="1">
              <a:lnSpc>
                <a:spcPts val="4122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Farmer-to-farmer and expert ne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tworking</a:t>
            </a:r>
          </a:p>
          <a:p>
            <a:pPr algn="l" marL="647700" indent="-323850" lvl="1">
              <a:lnSpc>
                <a:spcPts val="4122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Mobile access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 for rural users</a:t>
            </a:r>
          </a:p>
          <a:p>
            <a:pPr algn="l" marL="647700" indent="-323850" lvl="1">
              <a:lnSpc>
                <a:spcPts val="4122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Data-based farming decisions</a:t>
            </a:r>
          </a:p>
          <a:p>
            <a:pPr algn="l">
              <a:lnSpc>
                <a:spcPts val="75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593154" y="-4699054"/>
            <a:ext cx="25307925" cy="19450050"/>
          </a:xfrm>
          <a:custGeom>
            <a:avLst/>
            <a:gdLst/>
            <a:ahLst/>
            <a:cxnLst/>
            <a:rect r="r" b="b" t="t" l="l"/>
            <a:pathLst>
              <a:path h="19450050" w="25307925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221690" cy="1994125"/>
          </a:xfrm>
          <a:custGeom>
            <a:avLst/>
            <a:gdLst/>
            <a:ahLst/>
            <a:cxnLst/>
            <a:rect r="r" b="b" t="t" l="l"/>
            <a:pathLst>
              <a:path h="1994125" w="4221690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45628" y="-63503"/>
            <a:ext cx="3009738" cy="1145848"/>
          </a:xfrm>
          <a:custGeom>
            <a:avLst/>
            <a:gdLst/>
            <a:ahLst/>
            <a:cxnLst/>
            <a:rect r="r" b="b" t="t" l="l"/>
            <a:pathLst>
              <a:path h="1145848" w="300973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8010" y="9271016"/>
            <a:ext cx="4072242" cy="1015984"/>
          </a:xfrm>
          <a:custGeom>
            <a:avLst/>
            <a:gdLst/>
            <a:ahLst/>
            <a:cxnLst/>
            <a:rect r="r" b="b" t="t" l="l"/>
            <a:pathLst>
              <a:path h="1015984" w="4072242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57500" y="8541820"/>
            <a:ext cx="2930500" cy="1745180"/>
          </a:xfrm>
          <a:custGeom>
            <a:avLst/>
            <a:gdLst/>
            <a:ahLst/>
            <a:cxnLst/>
            <a:rect r="r" b="b" t="t" l="l"/>
            <a:pathLst>
              <a:path h="1745180" w="293050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54698" y="3657876"/>
            <a:ext cx="5911177" cy="4223918"/>
          </a:xfrm>
          <a:custGeom>
            <a:avLst/>
            <a:gdLst/>
            <a:ahLst/>
            <a:cxnLst/>
            <a:rect r="r" b="b" t="t" l="l"/>
            <a:pathLst>
              <a:path h="4223918" w="5911177">
                <a:moveTo>
                  <a:pt x="0" y="0"/>
                </a:moveTo>
                <a:lnTo>
                  <a:pt x="5911177" y="0"/>
                </a:lnTo>
                <a:lnTo>
                  <a:pt x="5911177" y="4223919"/>
                </a:lnTo>
                <a:lnTo>
                  <a:pt x="0" y="4223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322679" y="-1048950"/>
            <a:ext cx="1357036" cy="4019502"/>
          </a:xfrm>
          <a:custGeom>
            <a:avLst/>
            <a:gdLst/>
            <a:ahLst/>
            <a:cxnLst/>
            <a:rect r="r" b="b" t="t" l="l"/>
            <a:pathLst>
              <a:path h="4019502" w="1357036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9132" y="922534"/>
            <a:ext cx="16896743" cy="83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8"/>
              </a:lnSpc>
            </a:pPr>
            <a:r>
              <a:rPr lang="en-US" b="true" sz="64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SCOPE AND IMPLEMENTATION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8324" y="2600539"/>
            <a:ext cx="13759177" cy="701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188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IoT Int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egration: Incorporate smart sensors to monitor soil moisture, weather, and crop health in real-time.</a:t>
            </a:r>
          </a:p>
          <a:p>
            <a:pPr algn="l" marL="647700" indent="-323850" lvl="1">
              <a:lnSpc>
                <a:spcPts val="4188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AI-P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owered Predictions: Implement AI models to predict crop yields, pest outbreaks, and optimal farming practice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s.</a:t>
            </a:r>
          </a:p>
          <a:p>
            <a:pPr algn="l" marL="647700" indent="-323850" lvl="1">
              <a:lnSpc>
                <a:spcPts val="4188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Mobile Application: Develop a mobile app for farmers to access services on the go.</a:t>
            </a:r>
          </a:p>
          <a:p>
            <a:pPr algn="l" marL="647700" indent="-323850" lvl="1">
              <a:lnSpc>
                <a:spcPts val="4188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E-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commerce Platform: En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able farmers to purchase farming supplies directly from the platform.</a:t>
            </a:r>
          </a:p>
          <a:p>
            <a:pPr algn="l" marL="647700" indent="-323850" lvl="1">
              <a:lnSpc>
                <a:spcPts val="4188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Far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mer Community: Create forums and chat features for farmers to share knowledge and collaborate.</a:t>
            </a:r>
          </a:p>
          <a:p>
            <a:pPr algn="l" marL="647700" indent="-323850" lvl="1">
              <a:lnSpc>
                <a:spcPts val="4188"/>
              </a:lnSpc>
              <a:buFont typeface="Arial"/>
              <a:buChar char="•"/>
            </a:pP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300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ustainability Focus: Provide guidance on sustainable and organic farming practices, promoting eco-friendly techniques.</a:t>
            </a:r>
          </a:p>
          <a:p>
            <a:pPr algn="l">
              <a:lnSpc>
                <a:spcPts val="75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593154" y="-4699054"/>
            <a:ext cx="25307925" cy="19450050"/>
          </a:xfrm>
          <a:custGeom>
            <a:avLst/>
            <a:gdLst/>
            <a:ahLst/>
            <a:cxnLst/>
            <a:rect r="r" b="b" t="t" l="l"/>
            <a:pathLst>
              <a:path h="19450050" w="25307925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-2192607" y="2676277"/>
            <a:ext cx="2462136" cy="1112701"/>
            <a:chOff x="0" y="0"/>
            <a:chExt cx="2462136" cy="11126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192655" y="589661"/>
              <a:ext cx="270256" cy="513207"/>
            </a:xfrm>
            <a:custGeom>
              <a:avLst/>
              <a:gdLst/>
              <a:ahLst/>
              <a:cxnLst/>
              <a:rect r="r" b="b" t="t" l="l"/>
              <a:pathLst>
                <a:path h="513207" w="270256">
                  <a:moveTo>
                    <a:pt x="0" y="0"/>
                  </a:moveTo>
                  <a:lnTo>
                    <a:pt x="0" y="64897"/>
                  </a:lnTo>
                  <a:lnTo>
                    <a:pt x="0" y="64897"/>
                  </a:lnTo>
                  <a:cubicBezTo>
                    <a:pt x="23622" y="87757"/>
                    <a:pt x="47117" y="110617"/>
                    <a:pt x="70739" y="133350"/>
                  </a:cubicBezTo>
                  <a:cubicBezTo>
                    <a:pt x="77978" y="139827"/>
                    <a:pt x="85725" y="145923"/>
                    <a:pt x="93726" y="151511"/>
                  </a:cubicBezTo>
                  <a:cubicBezTo>
                    <a:pt x="107950" y="161036"/>
                    <a:pt x="121412" y="171196"/>
                    <a:pt x="134366" y="182372"/>
                  </a:cubicBezTo>
                  <a:cubicBezTo>
                    <a:pt x="188595" y="234315"/>
                    <a:pt x="200787" y="302260"/>
                    <a:pt x="204216" y="372999"/>
                  </a:cubicBezTo>
                  <a:cubicBezTo>
                    <a:pt x="204216" y="377444"/>
                    <a:pt x="203581" y="381762"/>
                    <a:pt x="202184" y="385953"/>
                  </a:cubicBezTo>
                  <a:cubicBezTo>
                    <a:pt x="200787" y="390144"/>
                    <a:pt x="198755" y="394081"/>
                    <a:pt x="196088" y="397637"/>
                  </a:cubicBezTo>
                  <a:cubicBezTo>
                    <a:pt x="193421" y="401193"/>
                    <a:pt x="190246" y="404241"/>
                    <a:pt x="186690" y="406781"/>
                  </a:cubicBezTo>
                  <a:cubicBezTo>
                    <a:pt x="183134" y="409321"/>
                    <a:pt x="179070" y="411226"/>
                    <a:pt x="174879" y="412369"/>
                  </a:cubicBezTo>
                  <a:cubicBezTo>
                    <a:pt x="155448" y="421386"/>
                    <a:pt x="135128" y="427355"/>
                    <a:pt x="114046" y="430276"/>
                  </a:cubicBezTo>
                  <a:cubicBezTo>
                    <a:pt x="104521" y="431546"/>
                    <a:pt x="94996" y="432181"/>
                    <a:pt x="85471" y="432181"/>
                  </a:cubicBezTo>
                  <a:cubicBezTo>
                    <a:pt x="73787" y="432181"/>
                    <a:pt x="62230" y="431165"/>
                    <a:pt x="50673" y="429260"/>
                  </a:cubicBezTo>
                  <a:cubicBezTo>
                    <a:pt x="33782" y="425831"/>
                    <a:pt x="16891" y="422529"/>
                    <a:pt x="127" y="419100"/>
                  </a:cubicBezTo>
                  <a:lnTo>
                    <a:pt x="127" y="419100"/>
                  </a:lnTo>
                  <a:lnTo>
                    <a:pt x="127" y="511429"/>
                  </a:lnTo>
                  <a:lnTo>
                    <a:pt x="127" y="511429"/>
                  </a:lnTo>
                  <a:cubicBezTo>
                    <a:pt x="14605" y="512572"/>
                    <a:pt x="29083" y="513207"/>
                    <a:pt x="43561" y="513207"/>
                  </a:cubicBezTo>
                  <a:cubicBezTo>
                    <a:pt x="74930" y="513207"/>
                    <a:pt x="106426" y="510413"/>
                    <a:pt x="138049" y="504952"/>
                  </a:cubicBezTo>
                  <a:cubicBezTo>
                    <a:pt x="179959" y="495554"/>
                    <a:pt x="221742" y="484378"/>
                    <a:pt x="244602" y="443484"/>
                  </a:cubicBezTo>
                  <a:cubicBezTo>
                    <a:pt x="252095" y="431038"/>
                    <a:pt x="257937" y="417957"/>
                    <a:pt x="262128" y="404114"/>
                  </a:cubicBezTo>
                  <a:cubicBezTo>
                    <a:pt x="266319" y="390271"/>
                    <a:pt x="268732" y="376174"/>
                    <a:pt x="269494" y="361696"/>
                  </a:cubicBezTo>
                  <a:cubicBezTo>
                    <a:pt x="270256" y="347218"/>
                    <a:pt x="269113" y="332994"/>
                    <a:pt x="266192" y="318770"/>
                  </a:cubicBezTo>
                  <a:cubicBezTo>
                    <a:pt x="263271" y="304546"/>
                    <a:pt x="258699" y="290957"/>
                    <a:pt x="252476" y="278003"/>
                  </a:cubicBezTo>
                  <a:cubicBezTo>
                    <a:pt x="235204" y="238887"/>
                    <a:pt x="211963" y="203454"/>
                    <a:pt x="183007" y="171958"/>
                  </a:cubicBezTo>
                  <a:cubicBezTo>
                    <a:pt x="125349" y="111125"/>
                    <a:pt x="64516" y="53721"/>
                    <a:pt x="127" y="127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809969" y="4224385"/>
            <a:ext cx="2768917" cy="1924612"/>
            <a:chOff x="0" y="0"/>
            <a:chExt cx="2768918" cy="1924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809750" y="1313561"/>
              <a:ext cx="446532" cy="547497"/>
            </a:xfrm>
            <a:custGeom>
              <a:avLst/>
              <a:gdLst/>
              <a:ahLst/>
              <a:cxnLst/>
              <a:rect r="r" b="b" t="t" l="l"/>
              <a:pathLst>
                <a:path h="547497" w="446532">
                  <a:moveTo>
                    <a:pt x="254" y="254"/>
                  </a:moveTo>
                  <a:lnTo>
                    <a:pt x="254" y="78359"/>
                  </a:lnTo>
                  <a:lnTo>
                    <a:pt x="254" y="78359"/>
                  </a:lnTo>
                  <a:cubicBezTo>
                    <a:pt x="26416" y="127889"/>
                    <a:pt x="73787" y="158369"/>
                    <a:pt x="117221" y="190373"/>
                  </a:cubicBezTo>
                  <a:cubicBezTo>
                    <a:pt x="189865" y="247777"/>
                    <a:pt x="251333" y="315595"/>
                    <a:pt x="301371" y="393446"/>
                  </a:cubicBezTo>
                  <a:cubicBezTo>
                    <a:pt x="305943" y="402971"/>
                    <a:pt x="309245" y="412877"/>
                    <a:pt x="311277" y="423164"/>
                  </a:cubicBezTo>
                  <a:cubicBezTo>
                    <a:pt x="301498" y="427609"/>
                    <a:pt x="291211" y="430530"/>
                    <a:pt x="280543" y="431927"/>
                  </a:cubicBezTo>
                  <a:cubicBezTo>
                    <a:pt x="248158" y="431165"/>
                    <a:pt x="216027" y="427482"/>
                    <a:pt x="184277" y="420878"/>
                  </a:cubicBezTo>
                  <a:cubicBezTo>
                    <a:pt x="121793" y="407416"/>
                    <a:pt x="60452" y="390271"/>
                    <a:pt x="127" y="369316"/>
                  </a:cubicBezTo>
                  <a:lnTo>
                    <a:pt x="127" y="369316"/>
                  </a:lnTo>
                  <a:lnTo>
                    <a:pt x="127" y="507111"/>
                  </a:lnTo>
                  <a:lnTo>
                    <a:pt x="127" y="507111"/>
                  </a:lnTo>
                  <a:cubicBezTo>
                    <a:pt x="36195" y="516382"/>
                    <a:pt x="72390" y="524891"/>
                    <a:pt x="108839" y="532638"/>
                  </a:cubicBezTo>
                  <a:cubicBezTo>
                    <a:pt x="161671" y="542544"/>
                    <a:pt x="215011" y="547497"/>
                    <a:pt x="268605" y="547497"/>
                  </a:cubicBezTo>
                  <a:cubicBezTo>
                    <a:pt x="279908" y="547497"/>
                    <a:pt x="291084" y="547243"/>
                    <a:pt x="302387" y="546862"/>
                  </a:cubicBezTo>
                  <a:cubicBezTo>
                    <a:pt x="302768" y="546862"/>
                    <a:pt x="303149" y="546862"/>
                    <a:pt x="303530" y="546862"/>
                  </a:cubicBezTo>
                  <a:cubicBezTo>
                    <a:pt x="338836" y="546862"/>
                    <a:pt x="372110" y="538353"/>
                    <a:pt x="403225" y="521462"/>
                  </a:cubicBezTo>
                  <a:cubicBezTo>
                    <a:pt x="410591" y="517779"/>
                    <a:pt x="417195" y="513207"/>
                    <a:pt x="423037" y="507365"/>
                  </a:cubicBezTo>
                  <a:cubicBezTo>
                    <a:pt x="428879" y="501523"/>
                    <a:pt x="433705" y="495046"/>
                    <a:pt x="437515" y="487807"/>
                  </a:cubicBezTo>
                  <a:cubicBezTo>
                    <a:pt x="441325" y="480568"/>
                    <a:pt x="443865" y="472821"/>
                    <a:pt x="445135" y="464693"/>
                  </a:cubicBezTo>
                  <a:cubicBezTo>
                    <a:pt x="446405" y="456565"/>
                    <a:pt x="446532" y="448437"/>
                    <a:pt x="445262" y="440309"/>
                  </a:cubicBezTo>
                  <a:cubicBezTo>
                    <a:pt x="443484" y="414528"/>
                    <a:pt x="433959" y="391922"/>
                    <a:pt x="416814" y="372618"/>
                  </a:cubicBezTo>
                  <a:cubicBezTo>
                    <a:pt x="350901" y="308483"/>
                    <a:pt x="288671" y="240919"/>
                    <a:pt x="230124" y="169926"/>
                  </a:cubicBezTo>
                  <a:cubicBezTo>
                    <a:pt x="220091" y="158623"/>
                    <a:pt x="208407" y="149352"/>
                    <a:pt x="195072" y="142113"/>
                  </a:cubicBezTo>
                  <a:cubicBezTo>
                    <a:pt x="153797" y="114554"/>
                    <a:pt x="119634" y="75946"/>
                    <a:pt x="69850" y="61849"/>
                  </a:cubicBezTo>
                  <a:cubicBezTo>
                    <a:pt x="47752" y="39878"/>
                    <a:pt x="24384" y="19177"/>
                    <a:pt x="0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10004" y="194310"/>
              <a:ext cx="895985" cy="988187"/>
            </a:xfrm>
            <a:custGeom>
              <a:avLst/>
              <a:gdLst/>
              <a:ahLst/>
              <a:cxnLst/>
              <a:rect r="r" b="b" t="t" l="l"/>
              <a:pathLst>
                <a:path h="988187" w="895985">
                  <a:moveTo>
                    <a:pt x="145669" y="91186"/>
                  </a:moveTo>
                  <a:cubicBezTo>
                    <a:pt x="155321" y="91186"/>
                    <a:pt x="164973" y="91694"/>
                    <a:pt x="174752" y="92075"/>
                  </a:cubicBezTo>
                  <a:lnTo>
                    <a:pt x="174752" y="92075"/>
                  </a:lnTo>
                  <a:cubicBezTo>
                    <a:pt x="163322" y="97917"/>
                    <a:pt x="152019" y="104013"/>
                    <a:pt x="140208" y="108839"/>
                  </a:cubicBezTo>
                  <a:cubicBezTo>
                    <a:pt x="140081" y="108966"/>
                    <a:pt x="139827" y="108966"/>
                    <a:pt x="139700" y="108966"/>
                  </a:cubicBezTo>
                  <a:cubicBezTo>
                    <a:pt x="137287" y="108966"/>
                    <a:pt x="131699" y="104521"/>
                    <a:pt x="130683" y="101473"/>
                  </a:cubicBezTo>
                  <a:cubicBezTo>
                    <a:pt x="129794" y="98806"/>
                    <a:pt x="133985" y="91567"/>
                    <a:pt x="136017" y="91440"/>
                  </a:cubicBezTo>
                  <a:cubicBezTo>
                    <a:pt x="139319" y="91313"/>
                    <a:pt x="142494" y="91313"/>
                    <a:pt x="145796" y="91313"/>
                  </a:cubicBezTo>
                  <a:close/>
                  <a:moveTo>
                    <a:pt x="397510" y="809498"/>
                  </a:moveTo>
                  <a:cubicBezTo>
                    <a:pt x="395986" y="812673"/>
                    <a:pt x="394462" y="815975"/>
                    <a:pt x="392557" y="819023"/>
                  </a:cubicBezTo>
                  <a:cubicBezTo>
                    <a:pt x="391160" y="820674"/>
                    <a:pt x="389509" y="822071"/>
                    <a:pt x="387731" y="823214"/>
                  </a:cubicBezTo>
                  <a:cubicBezTo>
                    <a:pt x="387985" y="820293"/>
                    <a:pt x="387096" y="816229"/>
                    <a:pt x="388620" y="814705"/>
                  </a:cubicBezTo>
                  <a:cubicBezTo>
                    <a:pt x="391414" y="812673"/>
                    <a:pt x="394335" y="810895"/>
                    <a:pt x="397510" y="809498"/>
                  </a:cubicBezTo>
                  <a:close/>
                  <a:moveTo>
                    <a:pt x="0" y="0"/>
                  </a:moveTo>
                  <a:lnTo>
                    <a:pt x="0" y="76581"/>
                  </a:lnTo>
                  <a:lnTo>
                    <a:pt x="0" y="76581"/>
                  </a:lnTo>
                  <a:cubicBezTo>
                    <a:pt x="11684" y="83185"/>
                    <a:pt x="23241" y="90043"/>
                    <a:pt x="34544" y="97155"/>
                  </a:cubicBezTo>
                  <a:cubicBezTo>
                    <a:pt x="99695" y="138176"/>
                    <a:pt x="163957" y="180340"/>
                    <a:pt x="228473" y="222504"/>
                  </a:cubicBezTo>
                  <a:cubicBezTo>
                    <a:pt x="245110" y="233045"/>
                    <a:pt x="261239" y="244475"/>
                    <a:pt x="276606" y="256921"/>
                  </a:cubicBezTo>
                  <a:cubicBezTo>
                    <a:pt x="320675" y="293370"/>
                    <a:pt x="361950" y="333756"/>
                    <a:pt x="408432" y="366903"/>
                  </a:cubicBezTo>
                  <a:cubicBezTo>
                    <a:pt x="471551" y="415925"/>
                    <a:pt x="531241" y="468503"/>
                    <a:pt x="587756" y="525018"/>
                  </a:cubicBezTo>
                  <a:cubicBezTo>
                    <a:pt x="599313" y="538099"/>
                    <a:pt x="612013" y="550164"/>
                    <a:pt x="625729" y="560959"/>
                  </a:cubicBezTo>
                  <a:cubicBezTo>
                    <a:pt x="668147" y="592709"/>
                    <a:pt x="703199" y="631190"/>
                    <a:pt x="730758" y="676402"/>
                  </a:cubicBezTo>
                  <a:cubicBezTo>
                    <a:pt x="761238" y="717296"/>
                    <a:pt x="779399" y="763016"/>
                    <a:pt x="785495" y="813562"/>
                  </a:cubicBezTo>
                  <a:cubicBezTo>
                    <a:pt x="792480" y="866521"/>
                    <a:pt x="778764" y="887984"/>
                    <a:pt x="725805" y="896366"/>
                  </a:cubicBezTo>
                  <a:cubicBezTo>
                    <a:pt x="709676" y="899668"/>
                    <a:pt x="693674" y="901192"/>
                    <a:pt x="677672" y="901192"/>
                  </a:cubicBezTo>
                  <a:cubicBezTo>
                    <a:pt x="651510" y="901192"/>
                    <a:pt x="625602" y="896747"/>
                    <a:pt x="600075" y="887984"/>
                  </a:cubicBezTo>
                  <a:cubicBezTo>
                    <a:pt x="532638" y="861949"/>
                    <a:pt x="465709" y="834390"/>
                    <a:pt x="398653" y="807466"/>
                  </a:cubicBezTo>
                  <a:lnTo>
                    <a:pt x="398653" y="807466"/>
                  </a:lnTo>
                  <a:cubicBezTo>
                    <a:pt x="343027" y="764159"/>
                    <a:pt x="275971" y="752094"/>
                    <a:pt x="209423" y="739140"/>
                  </a:cubicBezTo>
                  <a:lnTo>
                    <a:pt x="205613" y="705612"/>
                  </a:lnTo>
                  <a:cubicBezTo>
                    <a:pt x="159385" y="680720"/>
                    <a:pt x="116205" y="656590"/>
                    <a:pt x="72390" y="633857"/>
                  </a:cubicBezTo>
                  <a:cubicBezTo>
                    <a:pt x="48260" y="621284"/>
                    <a:pt x="24130" y="608711"/>
                    <a:pt x="127" y="596138"/>
                  </a:cubicBezTo>
                  <a:lnTo>
                    <a:pt x="127" y="596138"/>
                  </a:lnTo>
                  <a:lnTo>
                    <a:pt x="127" y="699008"/>
                  </a:lnTo>
                  <a:lnTo>
                    <a:pt x="127" y="699008"/>
                  </a:lnTo>
                  <a:cubicBezTo>
                    <a:pt x="65278" y="728472"/>
                    <a:pt x="128397" y="761746"/>
                    <a:pt x="189611" y="798830"/>
                  </a:cubicBezTo>
                  <a:cubicBezTo>
                    <a:pt x="222377" y="820928"/>
                    <a:pt x="260985" y="834390"/>
                    <a:pt x="294259" y="855726"/>
                  </a:cubicBezTo>
                  <a:cubicBezTo>
                    <a:pt x="383921" y="916686"/>
                    <a:pt x="481838" y="958596"/>
                    <a:pt x="587756" y="981456"/>
                  </a:cubicBezTo>
                  <a:cubicBezTo>
                    <a:pt x="610108" y="986028"/>
                    <a:pt x="632587" y="988187"/>
                    <a:pt x="655066" y="988187"/>
                  </a:cubicBezTo>
                  <a:cubicBezTo>
                    <a:pt x="673354" y="988187"/>
                    <a:pt x="691769" y="986663"/>
                    <a:pt x="710057" y="983742"/>
                  </a:cubicBezTo>
                  <a:cubicBezTo>
                    <a:pt x="750951" y="977011"/>
                    <a:pt x="789432" y="963422"/>
                    <a:pt x="825373" y="942721"/>
                  </a:cubicBezTo>
                  <a:cubicBezTo>
                    <a:pt x="836422" y="936752"/>
                    <a:pt x="846455" y="929386"/>
                    <a:pt x="855345" y="920623"/>
                  </a:cubicBezTo>
                  <a:cubicBezTo>
                    <a:pt x="864235" y="911860"/>
                    <a:pt x="871855" y="901954"/>
                    <a:pt x="878078" y="891032"/>
                  </a:cubicBezTo>
                  <a:cubicBezTo>
                    <a:pt x="884301" y="880110"/>
                    <a:pt x="888873" y="868553"/>
                    <a:pt x="891794" y="856361"/>
                  </a:cubicBezTo>
                  <a:cubicBezTo>
                    <a:pt x="894715" y="844169"/>
                    <a:pt x="895985" y="831850"/>
                    <a:pt x="895350" y="819277"/>
                  </a:cubicBezTo>
                  <a:cubicBezTo>
                    <a:pt x="895985" y="773303"/>
                    <a:pt x="885063" y="730250"/>
                    <a:pt x="862584" y="690118"/>
                  </a:cubicBezTo>
                  <a:cubicBezTo>
                    <a:pt x="829691" y="631063"/>
                    <a:pt x="790067" y="576961"/>
                    <a:pt x="743585" y="527812"/>
                  </a:cubicBezTo>
                  <a:cubicBezTo>
                    <a:pt x="697103" y="478663"/>
                    <a:pt x="645414" y="435991"/>
                    <a:pt x="588391" y="399796"/>
                  </a:cubicBezTo>
                  <a:cubicBezTo>
                    <a:pt x="576072" y="391668"/>
                    <a:pt x="564515" y="382397"/>
                    <a:pt x="553847" y="372110"/>
                  </a:cubicBezTo>
                  <a:cubicBezTo>
                    <a:pt x="525526" y="344170"/>
                    <a:pt x="498221" y="315087"/>
                    <a:pt x="470027" y="286766"/>
                  </a:cubicBezTo>
                  <a:cubicBezTo>
                    <a:pt x="453898" y="271018"/>
                    <a:pt x="435229" y="259461"/>
                    <a:pt x="414020" y="252095"/>
                  </a:cubicBezTo>
                  <a:cubicBezTo>
                    <a:pt x="395478" y="244983"/>
                    <a:pt x="382905" y="222885"/>
                    <a:pt x="367411" y="207518"/>
                  </a:cubicBezTo>
                  <a:cubicBezTo>
                    <a:pt x="365760" y="205867"/>
                    <a:pt x="362712" y="205867"/>
                    <a:pt x="360553" y="204597"/>
                  </a:cubicBezTo>
                  <a:cubicBezTo>
                    <a:pt x="320421" y="179578"/>
                    <a:pt x="280543" y="154305"/>
                    <a:pt x="240411" y="129540"/>
                  </a:cubicBezTo>
                  <a:cubicBezTo>
                    <a:pt x="219329" y="116459"/>
                    <a:pt x="197866" y="103886"/>
                    <a:pt x="176530" y="91059"/>
                  </a:cubicBezTo>
                  <a:cubicBezTo>
                    <a:pt x="176530" y="91059"/>
                    <a:pt x="176403" y="91059"/>
                    <a:pt x="176403" y="91186"/>
                  </a:cubicBezTo>
                  <a:cubicBezTo>
                    <a:pt x="166624" y="84455"/>
                    <a:pt x="157353" y="77343"/>
                    <a:pt x="148336" y="69723"/>
                  </a:cubicBezTo>
                  <a:cubicBezTo>
                    <a:pt x="131318" y="51308"/>
                    <a:pt x="111633" y="36576"/>
                    <a:pt x="89027" y="25527"/>
                  </a:cubicBezTo>
                  <a:cubicBezTo>
                    <a:pt x="66421" y="14478"/>
                    <a:pt x="42799" y="7874"/>
                    <a:pt x="17780" y="5842"/>
                  </a:cubicBezTo>
                  <a:cubicBezTo>
                    <a:pt x="11049" y="5588"/>
                    <a:pt x="5080" y="3683"/>
                    <a:pt x="0" y="127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-358340" y="6686645"/>
            <a:ext cx="705221" cy="710775"/>
            <a:chOff x="0" y="0"/>
            <a:chExt cx="705218" cy="7107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58394" y="37465"/>
              <a:ext cx="364871" cy="673354"/>
            </a:xfrm>
            <a:custGeom>
              <a:avLst/>
              <a:gdLst/>
              <a:ahLst/>
              <a:cxnLst/>
              <a:rect r="r" b="b" t="t" l="l"/>
              <a:pathLst>
                <a:path h="673354" w="364871">
                  <a:moveTo>
                    <a:pt x="143764" y="140716"/>
                  </a:moveTo>
                  <a:cubicBezTo>
                    <a:pt x="146431" y="140716"/>
                    <a:pt x="149860" y="142113"/>
                    <a:pt x="153035" y="143002"/>
                  </a:cubicBezTo>
                  <a:cubicBezTo>
                    <a:pt x="150241" y="148336"/>
                    <a:pt x="146939" y="153416"/>
                    <a:pt x="143002" y="158115"/>
                  </a:cubicBezTo>
                  <a:cubicBezTo>
                    <a:pt x="142875" y="158242"/>
                    <a:pt x="142621" y="158369"/>
                    <a:pt x="142240" y="158369"/>
                  </a:cubicBezTo>
                  <a:cubicBezTo>
                    <a:pt x="140081" y="158369"/>
                    <a:pt x="134874" y="155194"/>
                    <a:pt x="131445" y="153797"/>
                  </a:cubicBezTo>
                  <a:cubicBezTo>
                    <a:pt x="134747" y="149479"/>
                    <a:pt x="137160" y="143510"/>
                    <a:pt x="141478" y="141224"/>
                  </a:cubicBezTo>
                  <a:cubicBezTo>
                    <a:pt x="142113" y="140843"/>
                    <a:pt x="143002" y="140716"/>
                    <a:pt x="143764" y="140716"/>
                  </a:cubicBezTo>
                  <a:close/>
                  <a:moveTo>
                    <a:pt x="0" y="0"/>
                  </a:moveTo>
                  <a:lnTo>
                    <a:pt x="0" y="136525"/>
                  </a:lnTo>
                  <a:lnTo>
                    <a:pt x="0" y="136525"/>
                  </a:lnTo>
                  <a:cubicBezTo>
                    <a:pt x="18034" y="152781"/>
                    <a:pt x="35560" y="169672"/>
                    <a:pt x="52451" y="187325"/>
                  </a:cubicBezTo>
                  <a:cubicBezTo>
                    <a:pt x="98806" y="239014"/>
                    <a:pt x="147066" y="289052"/>
                    <a:pt x="194056" y="340233"/>
                  </a:cubicBezTo>
                  <a:cubicBezTo>
                    <a:pt x="199136" y="345821"/>
                    <a:pt x="202819" y="352171"/>
                    <a:pt x="204978" y="359410"/>
                  </a:cubicBezTo>
                  <a:cubicBezTo>
                    <a:pt x="213360" y="385572"/>
                    <a:pt x="220345" y="411988"/>
                    <a:pt x="225933" y="438912"/>
                  </a:cubicBezTo>
                  <a:cubicBezTo>
                    <a:pt x="240284" y="519811"/>
                    <a:pt x="210439" y="556133"/>
                    <a:pt x="127889" y="559943"/>
                  </a:cubicBezTo>
                  <a:cubicBezTo>
                    <a:pt x="125476" y="559943"/>
                    <a:pt x="123063" y="560070"/>
                    <a:pt x="120777" y="560070"/>
                  </a:cubicBezTo>
                  <a:cubicBezTo>
                    <a:pt x="85344" y="560070"/>
                    <a:pt x="51181" y="553593"/>
                    <a:pt x="18161" y="540639"/>
                  </a:cubicBezTo>
                  <a:cubicBezTo>
                    <a:pt x="12065" y="538480"/>
                    <a:pt x="6096" y="536194"/>
                    <a:pt x="0" y="534035"/>
                  </a:cubicBezTo>
                  <a:lnTo>
                    <a:pt x="0" y="664210"/>
                  </a:lnTo>
                  <a:cubicBezTo>
                    <a:pt x="889" y="664464"/>
                    <a:pt x="1778" y="664591"/>
                    <a:pt x="2667" y="664845"/>
                  </a:cubicBezTo>
                  <a:cubicBezTo>
                    <a:pt x="28575" y="670560"/>
                    <a:pt x="54737" y="673354"/>
                    <a:pt x="81153" y="673354"/>
                  </a:cubicBezTo>
                  <a:cubicBezTo>
                    <a:pt x="83439" y="673354"/>
                    <a:pt x="85725" y="673354"/>
                    <a:pt x="87884" y="673354"/>
                  </a:cubicBezTo>
                  <a:cubicBezTo>
                    <a:pt x="116586" y="672846"/>
                    <a:pt x="144907" y="669036"/>
                    <a:pt x="172720" y="661797"/>
                  </a:cubicBezTo>
                  <a:cubicBezTo>
                    <a:pt x="188849" y="658876"/>
                    <a:pt x="204343" y="654177"/>
                    <a:pt x="219329" y="647573"/>
                  </a:cubicBezTo>
                  <a:cubicBezTo>
                    <a:pt x="234315" y="640969"/>
                    <a:pt x="248285" y="632714"/>
                    <a:pt x="261366" y="622935"/>
                  </a:cubicBezTo>
                  <a:cubicBezTo>
                    <a:pt x="274447" y="613156"/>
                    <a:pt x="286131" y="601853"/>
                    <a:pt x="296545" y="589153"/>
                  </a:cubicBezTo>
                  <a:cubicBezTo>
                    <a:pt x="306959" y="576453"/>
                    <a:pt x="315722" y="562864"/>
                    <a:pt x="322961" y="548132"/>
                  </a:cubicBezTo>
                  <a:cubicBezTo>
                    <a:pt x="364871" y="453390"/>
                    <a:pt x="348234" y="363220"/>
                    <a:pt x="299593" y="276098"/>
                  </a:cubicBezTo>
                  <a:cubicBezTo>
                    <a:pt x="296418" y="268986"/>
                    <a:pt x="291338" y="263779"/>
                    <a:pt x="284353" y="260350"/>
                  </a:cubicBezTo>
                  <a:cubicBezTo>
                    <a:pt x="278892" y="259842"/>
                    <a:pt x="273685" y="258191"/>
                    <a:pt x="268732" y="255651"/>
                  </a:cubicBezTo>
                  <a:cubicBezTo>
                    <a:pt x="263779" y="253111"/>
                    <a:pt x="259588" y="249682"/>
                    <a:pt x="256159" y="245364"/>
                  </a:cubicBezTo>
                  <a:cubicBezTo>
                    <a:pt x="252730" y="241046"/>
                    <a:pt x="250063" y="236347"/>
                    <a:pt x="248412" y="231013"/>
                  </a:cubicBezTo>
                  <a:cubicBezTo>
                    <a:pt x="246761" y="225679"/>
                    <a:pt x="246253" y="220345"/>
                    <a:pt x="246761" y="214884"/>
                  </a:cubicBezTo>
                  <a:cubicBezTo>
                    <a:pt x="222123" y="183007"/>
                    <a:pt x="191389" y="159004"/>
                    <a:pt x="154559" y="142748"/>
                  </a:cubicBezTo>
                  <a:cubicBezTo>
                    <a:pt x="143383" y="114300"/>
                    <a:pt x="125095" y="91821"/>
                    <a:pt x="99568" y="74930"/>
                  </a:cubicBezTo>
                  <a:cubicBezTo>
                    <a:pt x="66040" y="50546"/>
                    <a:pt x="32766" y="25908"/>
                    <a:pt x="127" y="254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4221690" cy="1994125"/>
          </a:xfrm>
          <a:custGeom>
            <a:avLst/>
            <a:gdLst/>
            <a:ahLst/>
            <a:cxnLst/>
            <a:rect r="r" b="b" t="t" l="l"/>
            <a:pathLst>
              <a:path h="1994125" w="4221690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3503" y="8770791"/>
            <a:ext cx="5284480" cy="1579712"/>
          </a:xfrm>
          <a:custGeom>
            <a:avLst/>
            <a:gdLst/>
            <a:ahLst/>
            <a:cxnLst/>
            <a:rect r="r" b="b" t="t" l="l"/>
            <a:pathLst>
              <a:path h="1579712" w="5284480">
                <a:moveTo>
                  <a:pt x="0" y="0"/>
                </a:moveTo>
                <a:lnTo>
                  <a:pt x="5284479" y="0"/>
                </a:lnTo>
                <a:lnTo>
                  <a:pt x="5284479" y="1579712"/>
                </a:lnTo>
                <a:lnTo>
                  <a:pt x="0" y="15797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6033983" y="9259281"/>
            <a:ext cx="3053039" cy="749570"/>
            <a:chOff x="0" y="0"/>
            <a:chExt cx="3053042" cy="7495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1143" y="-254"/>
              <a:ext cx="3056001" cy="749935"/>
            </a:xfrm>
            <a:custGeom>
              <a:avLst/>
              <a:gdLst/>
              <a:ahLst/>
              <a:cxnLst/>
              <a:rect r="r" b="b" t="t" l="l"/>
              <a:pathLst>
                <a:path h="749935" w="3056001">
                  <a:moveTo>
                    <a:pt x="1260475" y="254"/>
                  </a:moveTo>
                  <a:cubicBezTo>
                    <a:pt x="1251458" y="254"/>
                    <a:pt x="1241679" y="3175"/>
                    <a:pt x="1232408" y="10287"/>
                  </a:cubicBezTo>
                  <a:cubicBezTo>
                    <a:pt x="1221359" y="18669"/>
                    <a:pt x="1208405" y="36957"/>
                    <a:pt x="1196086" y="62865"/>
                  </a:cubicBezTo>
                  <a:cubicBezTo>
                    <a:pt x="1141476" y="181102"/>
                    <a:pt x="1073912" y="494284"/>
                    <a:pt x="1060958" y="575437"/>
                  </a:cubicBezTo>
                  <a:cubicBezTo>
                    <a:pt x="1060958" y="576707"/>
                    <a:pt x="1060323" y="579374"/>
                    <a:pt x="1060323" y="583184"/>
                  </a:cubicBezTo>
                  <a:cubicBezTo>
                    <a:pt x="1049909" y="566928"/>
                    <a:pt x="1038860" y="546100"/>
                    <a:pt x="1026541" y="524129"/>
                  </a:cubicBezTo>
                  <a:cubicBezTo>
                    <a:pt x="963549" y="407797"/>
                    <a:pt x="880999" y="231140"/>
                    <a:pt x="829691" y="144145"/>
                  </a:cubicBezTo>
                  <a:cubicBezTo>
                    <a:pt x="814705" y="119507"/>
                    <a:pt x="801751" y="101219"/>
                    <a:pt x="792607" y="92202"/>
                  </a:cubicBezTo>
                  <a:cubicBezTo>
                    <a:pt x="782828" y="82423"/>
                    <a:pt x="773176" y="78613"/>
                    <a:pt x="765937" y="77851"/>
                  </a:cubicBezTo>
                  <a:cubicBezTo>
                    <a:pt x="765302" y="77724"/>
                    <a:pt x="764667" y="77724"/>
                    <a:pt x="764032" y="77724"/>
                  </a:cubicBezTo>
                  <a:cubicBezTo>
                    <a:pt x="760857" y="77724"/>
                    <a:pt x="756793" y="78740"/>
                    <a:pt x="753618" y="79883"/>
                  </a:cubicBezTo>
                  <a:cubicBezTo>
                    <a:pt x="740664" y="81153"/>
                    <a:pt x="730250" y="87630"/>
                    <a:pt x="723138" y="99314"/>
                  </a:cubicBezTo>
                  <a:cubicBezTo>
                    <a:pt x="717931" y="107696"/>
                    <a:pt x="716026" y="122682"/>
                    <a:pt x="712724" y="131826"/>
                  </a:cubicBezTo>
                  <a:cubicBezTo>
                    <a:pt x="677672" y="230632"/>
                    <a:pt x="638048" y="331216"/>
                    <a:pt x="611378" y="433959"/>
                  </a:cubicBezTo>
                  <a:cubicBezTo>
                    <a:pt x="599059" y="480695"/>
                    <a:pt x="594487" y="548259"/>
                    <a:pt x="571754" y="595757"/>
                  </a:cubicBezTo>
                  <a:cubicBezTo>
                    <a:pt x="554863" y="565912"/>
                    <a:pt x="531495" y="520446"/>
                    <a:pt x="504825" y="471043"/>
                  </a:cubicBezTo>
                  <a:cubicBezTo>
                    <a:pt x="454152" y="375539"/>
                    <a:pt x="391160" y="264414"/>
                    <a:pt x="335915" y="209296"/>
                  </a:cubicBezTo>
                  <a:cubicBezTo>
                    <a:pt x="307467" y="180848"/>
                    <a:pt x="279146" y="166497"/>
                    <a:pt x="254889" y="166497"/>
                  </a:cubicBezTo>
                  <a:cubicBezTo>
                    <a:pt x="251968" y="166497"/>
                    <a:pt x="249174" y="166751"/>
                    <a:pt x="246380" y="167132"/>
                  </a:cubicBezTo>
                  <a:cubicBezTo>
                    <a:pt x="228219" y="169672"/>
                    <a:pt x="210058" y="180721"/>
                    <a:pt x="194437" y="201549"/>
                  </a:cubicBezTo>
                  <a:cubicBezTo>
                    <a:pt x="178181" y="223012"/>
                    <a:pt x="162560" y="256794"/>
                    <a:pt x="148336" y="297053"/>
                  </a:cubicBezTo>
                  <a:cubicBezTo>
                    <a:pt x="113030" y="396240"/>
                    <a:pt x="83185" y="541782"/>
                    <a:pt x="49403" y="630682"/>
                  </a:cubicBezTo>
                  <a:cubicBezTo>
                    <a:pt x="46101" y="638429"/>
                    <a:pt x="43561" y="646303"/>
                    <a:pt x="40259" y="653415"/>
                  </a:cubicBezTo>
                  <a:cubicBezTo>
                    <a:pt x="33782" y="654685"/>
                    <a:pt x="27305" y="658622"/>
                    <a:pt x="22733" y="663829"/>
                  </a:cubicBezTo>
                  <a:cubicBezTo>
                    <a:pt x="20193" y="666369"/>
                    <a:pt x="14351" y="677418"/>
                    <a:pt x="9779" y="688467"/>
                  </a:cubicBezTo>
                  <a:cubicBezTo>
                    <a:pt x="5207" y="699516"/>
                    <a:pt x="1270" y="711327"/>
                    <a:pt x="1270" y="714502"/>
                  </a:cubicBezTo>
                  <a:cubicBezTo>
                    <a:pt x="0" y="728853"/>
                    <a:pt x="7112" y="737235"/>
                    <a:pt x="10414" y="740537"/>
                  </a:cubicBezTo>
                  <a:cubicBezTo>
                    <a:pt x="15621" y="745744"/>
                    <a:pt x="22098" y="748919"/>
                    <a:pt x="29210" y="749681"/>
                  </a:cubicBezTo>
                  <a:cubicBezTo>
                    <a:pt x="30226" y="749808"/>
                    <a:pt x="31369" y="749935"/>
                    <a:pt x="32639" y="749935"/>
                  </a:cubicBezTo>
                  <a:cubicBezTo>
                    <a:pt x="37211" y="749935"/>
                    <a:pt x="42418" y="748792"/>
                    <a:pt x="48133" y="745236"/>
                  </a:cubicBezTo>
                  <a:cubicBezTo>
                    <a:pt x="66294" y="734822"/>
                    <a:pt x="85217" y="708152"/>
                    <a:pt x="101346" y="669925"/>
                  </a:cubicBezTo>
                  <a:cubicBezTo>
                    <a:pt x="131191" y="598424"/>
                    <a:pt x="157861" y="480822"/>
                    <a:pt x="187071" y="381508"/>
                  </a:cubicBezTo>
                  <a:cubicBezTo>
                    <a:pt x="202692" y="328295"/>
                    <a:pt x="218948" y="280797"/>
                    <a:pt x="237109" y="250317"/>
                  </a:cubicBezTo>
                  <a:cubicBezTo>
                    <a:pt x="241046" y="243840"/>
                    <a:pt x="244856" y="237998"/>
                    <a:pt x="248793" y="234061"/>
                  </a:cubicBezTo>
                  <a:cubicBezTo>
                    <a:pt x="251333" y="231521"/>
                    <a:pt x="252730" y="228854"/>
                    <a:pt x="255270" y="228219"/>
                  </a:cubicBezTo>
                  <a:cubicBezTo>
                    <a:pt x="255651" y="228219"/>
                    <a:pt x="256159" y="228092"/>
                    <a:pt x="256540" y="228092"/>
                  </a:cubicBezTo>
                  <a:cubicBezTo>
                    <a:pt x="262001" y="228092"/>
                    <a:pt x="267462" y="231775"/>
                    <a:pt x="273431" y="236601"/>
                  </a:cubicBezTo>
                  <a:cubicBezTo>
                    <a:pt x="286385" y="245745"/>
                    <a:pt x="299466" y="259334"/>
                    <a:pt x="313055" y="276225"/>
                  </a:cubicBezTo>
                  <a:cubicBezTo>
                    <a:pt x="359156" y="332740"/>
                    <a:pt x="408559" y="421767"/>
                    <a:pt x="449453" y="499110"/>
                  </a:cubicBezTo>
                  <a:cubicBezTo>
                    <a:pt x="487807" y="571246"/>
                    <a:pt x="520319" y="634873"/>
                    <a:pt x="536448" y="656971"/>
                  </a:cubicBezTo>
                  <a:cubicBezTo>
                    <a:pt x="548513" y="673735"/>
                    <a:pt x="562102" y="677799"/>
                    <a:pt x="569849" y="677799"/>
                  </a:cubicBezTo>
                  <a:cubicBezTo>
                    <a:pt x="570484" y="677799"/>
                    <a:pt x="570992" y="677799"/>
                    <a:pt x="571627" y="677672"/>
                  </a:cubicBezTo>
                  <a:cubicBezTo>
                    <a:pt x="577469" y="677672"/>
                    <a:pt x="585216" y="675767"/>
                    <a:pt x="593090" y="670560"/>
                  </a:cubicBezTo>
                  <a:cubicBezTo>
                    <a:pt x="600837" y="664718"/>
                    <a:pt x="611251" y="651129"/>
                    <a:pt x="613918" y="647192"/>
                  </a:cubicBezTo>
                  <a:cubicBezTo>
                    <a:pt x="648970" y="595249"/>
                    <a:pt x="656844" y="508127"/>
                    <a:pt x="671703" y="449072"/>
                  </a:cubicBezTo>
                  <a:cubicBezTo>
                    <a:pt x="696976" y="352933"/>
                    <a:pt x="734060" y="257429"/>
                    <a:pt x="766572" y="163195"/>
                  </a:cubicBezTo>
                  <a:cubicBezTo>
                    <a:pt x="777621" y="180721"/>
                    <a:pt x="792607" y="204724"/>
                    <a:pt x="804926" y="227457"/>
                  </a:cubicBezTo>
                  <a:cubicBezTo>
                    <a:pt x="858139" y="326898"/>
                    <a:pt x="927735" y="474980"/>
                    <a:pt x="980948" y="571119"/>
                  </a:cubicBezTo>
                  <a:cubicBezTo>
                    <a:pt x="1005586" y="615950"/>
                    <a:pt x="1027684" y="649732"/>
                    <a:pt x="1043305" y="664718"/>
                  </a:cubicBezTo>
                  <a:cubicBezTo>
                    <a:pt x="1049782" y="671195"/>
                    <a:pt x="1059561" y="675132"/>
                    <a:pt x="1069340" y="675132"/>
                  </a:cubicBezTo>
                  <a:cubicBezTo>
                    <a:pt x="1082294" y="675132"/>
                    <a:pt x="1094613" y="669290"/>
                    <a:pt x="1103757" y="655701"/>
                  </a:cubicBezTo>
                  <a:cubicBezTo>
                    <a:pt x="1108329" y="649224"/>
                    <a:pt x="1112901" y="638810"/>
                    <a:pt x="1115441" y="628396"/>
                  </a:cubicBezTo>
                  <a:cubicBezTo>
                    <a:pt x="1120013" y="610870"/>
                    <a:pt x="1121918" y="590042"/>
                    <a:pt x="1122553" y="584200"/>
                  </a:cubicBezTo>
                  <a:cubicBezTo>
                    <a:pt x="1132967" y="515366"/>
                    <a:pt x="1184275" y="273685"/>
                    <a:pt x="1233043" y="137922"/>
                  </a:cubicBezTo>
                  <a:cubicBezTo>
                    <a:pt x="1242187" y="112649"/>
                    <a:pt x="1251204" y="90551"/>
                    <a:pt x="1259713" y="74930"/>
                  </a:cubicBezTo>
                  <a:cubicBezTo>
                    <a:pt x="1260983" y="77470"/>
                    <a:pt x="1262253" y="79502"/>
                    <a:pt x="1263015" y="80772"/>
                  </a:cubicBezTo>
                  <a:cubicBezTo>
                    <a:pt x="1316990" y="179578"/>
                    <a:pt x="1328039" y="302895"/>
                    <a:pt x="1364996" y="408178"/>
                  </a:cubicBezTo>
                  <a:cubicBezTo>
                    <a:pt x="1391031" y="482854"/>
                    <a:pt x="1431290" y="550418"/>
                    <a:pt x="1457198" y="624459"/>
                  </a:cubicBezTo>
                  <a:cubicBezTo>
                    <a:pt x="1457833" y="627761"/>
                    <a:pt x="1463675" y="651129"/>
                    <a:pt x="1468882" y="665988"/>
                  </a:cubicBezTo>
                  <a:cubicBezTo>
                    <a:pt x="1473454" y="677672"/>
                    <a:pt x="1479296" y="687451"/>
                    <a:pt x="1484503" y="693293"/>
                  </a:cubicBezTo>
                  <a:cubicBezTo>
                    <a:pt x="1491615" y="700405"/>
                    <a:pt x="1500124" y="703707"/>
                    <a:pt x="1507871" y="704342"/>
                  </a:cubicBezTo>
                  <a:cubicBezTo>
                    <a:pt x="1508887" y="704469"/>
                    <a:pt x="1509903" y="704469"/>
                    <a:pt x="1511046" y="704469"/>
                  </a:cubicBezTo>
                  <a:cubicBezTo>
                    <a:pt x="1519301" y="704469"/>
                    <a:pt x="1528445" y="701929"/>
                    <a:pt x="1536573" y="693293"/>
                  </a:cubicBezTo>
                  <a:cubicBezTo>
                    <a:pt x="1540510" y="689356"/>
                    <a:pt x="1545717" y="682244"/>
                    <a:pt x="1550924" y="671195"/>
                  </a:cubicBezTo>
                  <a:cubicBezTo>
                    <a:pt x="1558036" y="655574"/>
                    <a:pt x="1566545" y="630301"/>
                    <a:pt x="1576197" y="597789"/>
                  </a:cubicBezTo>
                  <a:cubicBezTo>
                    <a:pt x="1606677" y="497078"/>
                    <a:pt x="1647698" y="327533"/>
                    <a:pt x="1691132" y="208026"/>
                  </a:cubicBezTo>
                  <a:cubicBezTo>
                    <a:pt x="1706118" y="166497"/>
                    <a:pt x="1721612" y="130683"/>
                    <a:pt x="1737233" y="107315"/>
                  </a:cubicBezTo>
                  <a:cubicBezTo>
                    <a:pt x="1739138" y="104775"/>
                    <a:pt x="1740535" y="102108"/>
                    <a:pt x="1742440" y="100203"/>
                  </a:cubicBezTo>
                  <a:cubicBezTo>
                    <a:pt x="1745742" y="106045"/>
                    <a:pt x="1748917" y="111887"/>
                    <a:pt x="1749552" y="113157"/>
                  </a:cubicBezTo>
                  <a:cubicBezTo>
                    <a:pt x="1802130" y="234696"/>
                    <a:pt x="1856740" y="353568"/>
                    <a:pt x="1911350" y="473710"/>
                  </a:cubicBezTo>
                  <a:cubicBezTo>
                    <a:pt x="1951609" y="563372"/>
                    <a:pt x="1985391" y="654304"/>
                    <a:pt x="1995805" y="671830"/>
                  </a:cubicBezTo>
                  <a:cubicBezTo>
                    <a:pt x="2006219" y="688086"/>
                    <a:pt x="2019808" y="689356"/>
                    <a:pt x="2025650" y="689356"/>
                  </a:cubicBezTo>
                  <a:cubicBezTo>
                    <a:pt x="2034794" y="689356"/>
                    <a:pt x="2041271" y="686816"/>
                    <a:pt x="2045843" y="683514"/>
                  </a:cubicBezTo>
                  <a:cubicBezTo>
                    <a:pt x="2052320" y="679577"/>
                    <a:pt x="2056892" y="673100"/>
                    <a:pt x="2061464" y="663321"/>
                  </a:cubicBezTo>
                  <a:cubicBezTo>
                    <a:pt x="2089404" y="605536"/>
                    <a:pt x="2168017" y="352806"/>
                    <a:pt x="2237486" y="197485"/>
                  </a:cubicBezTo>
                  <a:cubicBezTo>
                    <a:pt x="2254377" y="159766"/>
                    <a:pt x="2270633" y="128651"/>
                    <a:pt x="2284857" y="107823"/>
                  </a:cubicBezTo>
                  <a:cubicBezTo>
                    <a:pt x="2285492" y="106553"/>
                    <a:pt x="2286762" y="105283"/>
                    <a:pt x="2288159" y="103886"/>
                  </a:cubicBezTo>
                  <a:cubicBezTo>
                    <a:pt x="2300478" y="123317"/>
                    <a:pt x="2323211" y="160401"/>
                    <a:pt x="2341372" y="197485"/>
                  </a:cubicBezTo>
                  <a:cubicBezTo>
                    <a:pt x="2410841" y="337820"/>
                    <a:pt x="2499868" y="558673"/>
                    <a:pt x="2545334" y="641223"/>
                  </a:cubicBezTo>
                  <a:cubicBezTo>
                    <a:pt x="2557653" y="663321"/>
                    <a:pt x="2568702" y="677545"/>
                    <a:pt x="2575814" y="682752"/>
                  </a:cubicBezTo>
                  <a:cubicBezTo>
                    <a:pt x="2583180" y="687832"/>
                    <a:pt x="2590165" y="689991"/>
                    <a:pt x="2595753" y="689991"/>
                  </a:cubicBezTo>
                  <a:cubicBezTo>
                    <a:pt x="2596515" y="689991"/>
                    <a:pt x="2597277" y="689991"/>
                    <a:pt x="2597912" y="689864"/>
                  </a:cubicBezTo>
                  <a:cubicBezTo>
                    <a:pt x="2605659" y="689864"/>
                    <a:pt x="2614803" y="687324"/>
                    <a:pt x="2623947" y="679450"/>
                  </a:cubicBezTo>
                  <a:cubicBezTo>
                    <a:pt x="2632329" y="671703"/>
                    <a:pt x="2645410" y="649605"/>
                    <a:pt x="2658364" y="617093"/>
                  </a:cubicBezTo>
                  <a:cubicBezTo>
                    <a:pt x="2696083" y="525526"/>
                    <a:pt x="2754503" y="335788"/>
                    <a:pt x="2820797" y="218186"/>
                  </a:cubicBezTo>
                  <a:cubicBezTo>
                    <a:pt x="2833751" y="194818"/>
                    <a:pt x="2847467" y="174625"/>
                    <a:pt x="2861691" y="159131"/>
                  </a:cubicBezTo>
                  <a:cubicBezTo>
                    <a:pt x="2870200" y="149352"/>
                    <a:pt x="2878582" y="141605"/>
                    <a:pt x="2886964" y="137033"/>
                  </a:cubicBezTo>
                  <a:cubicBezTo>
                    <a:pt x="2892806" y="144780"/>
                    <a:pt x="2906395" y="163703"/>
                    <a:pt x="2914904" y="181229"/>
                  </a:cubicBezTo>
                  <a:cubicBezTo>
                    <a:pt x="2954528" y="266319"/>
                    <a:pt x="2990215" y="413131"/>
                    <a:pt x="2991612" y="453390"/>
                  </a:cubicBezTo>
                  <a:lnTo>
                    <a:pt x="2991612" y="454025"/>
                  </a:lnTo>
                  <a:cubicBezTo>
                    <a:pt x="2988310" y="468376"/>
                    <a:pt x="2994914" y="483235"/>
                    <a:pt x="3008503" y="489712"/>
                  </a:cubicBezTo>
                  <a:cubicBezTo>
                    <a:pt x="3012948" y="491998"/>
                    <a:pt x="3017774" y="493014"/>
                    <a:pt x="3022473" y="493014"/>
                  </a:cubicBezTo>
                  <a:cubicBezTo>
                    <a:pt x="3034030" y="493014"/>
                    <a:pt x="3045206" y="486537"/>
                    <a:pt x="3050794" y="475361"/>
                  </a:cubicBezTo>
                  <a:cubicBezTo>
                    <a:pt x="3053334" y="470154"/>
                    <a:pt x="3056001" y="453898"/>
                    <a:pt x="3052699" y="429895"/>
                  </a:cubicBezTo>
                  <a:cubicBezTo>
                    <a:pt x="3044952" y="370840"/>
                    <a:pt x="3009773" y="235712"/>
                    <a:pt x="2972181" y="154432"/>
                  </a:cubicBezTo>
                  <a:cubicBezTo>
                    <a:pt x="2955290" y="117348"/>
                    <a:pt x="2935859" y="91440"/>
                    <a:pt x="2918206" y="80391"/>
                  </a:cubicBezTo>
                  <a:cubicBezTo>
                    <a:pt x="2908681" y="74549"/>
                    <a:pt x="2899156" y="71755"/>
                    <a:pt x="2889885" y="71755"/>
                  </a:cubicBezTo>
                  <a:cubicBezTo>
                    <a:pt x="2884551" y="71755"/>
                    <a:pt x="2879217" y="72644"/>
                    <a:pt x="2874010" y="74549"/>
                  </a:cubicBezTo>
                  <a:cubicBezTo>
                    <a:pt x="2842133" y="85598"/>
                    <a:pt x="2808986" y="119380"/>
                    <a:pt x="2778506" y="168148"/>
                  </a:cubicBezTo>
                  <a:cubicBezTo>
                    <a:pt x="2717419" y="266192"/>
                    <a:pt x="2662174" y="427990"/>
                    <a:pt x="2622550" y="536448"/>
                  </a:cubicBezTo>
                  <a:cubicBezTo>
                    <a:pt x="2613406" y="559181"/>
                    <a:pt x="2603119" y="583184"/>
                    <a:pt x="2595245" y="601472"/>
                  </a:cubicBezTo>
                  <a:cubicBezTo>
                    <a:pt x="2549779" y="516382"/>
                    <a:pt x="2464689" y="305181"/>
                    <a:pt x="2399030" y="170053"/>
                  </a:cubicBezTo>
                  <a:cubicBezTo>
                    <a:pt x="2367153" y="104394"/>
                    <a:pt x="2337308" y="55753"/>
                    <a:pt x="2319782" y="41402"/>
                  </a:cubicBezTo>
                  <a:cubicBezTo>
                    <a:pt x="2309749" y="33528"/>
                    <a:pt x="2300351" y="30607"/>
                    <a:pt x="2292096" y="30607"/>
                  </a:cubicBezTo>
                  <a:cubicBezTo>
                    <a:pt x="2287524" y="30607"/>
                    <a:pt x="2283206" y="31496"/>
                    <a:pt x="2279523" y="32893"/>
                  </a:cubicBezTo>
                  <a:cubicBezTo>
                    <a:pt x="2269109" y="36830"/>
                    <a:pt x="2256790" y="45212"/>
                    <a:pt x="2244471" y="59563"/>
                  </a:cubicBezTo>
                  <a:cubicBezTo>
                    <a:pt x="2225675" y="82296"/>
                    <a:pt x="2203577" y="122555"/>
                    <a:pt x="2181479" y="171958"/>
                  </a:cubicBezTo>
                  <a:cubicBezTo>
                    <a:pt x="2125599" y="296672"/>
                    <a:pt x="2063877" y="485140"/>
                    <a:pt x="2027555" y="583184"/>
                  </a:cubicBezTo>
                  <a:cubicBezTo>
                    <a:pt x="2011934" y="545465"/>
                    <a:pt x="1990471" y="494157"/>
                    <a:pt x="1969770" y="448056"/>
                  </a:cubicBezTo>
                  <a:cubicBezTo>
                    <a:pt x="1915160" y="327914"/>
                    <a:pt x="1860677" y="209042"/>
                    <a:pt x="1807972" y="88138"/>
                  </a:cubicBezTo>
                  <a:cubicBezTo>
                    <a:pt x="1805432" y="81661"/>
                    <a:pt x="1792986" y="55626"/>
                    <a:pt x="1780667" y="42672"/>
                  </a:cubicBezTo>
                  <a:cubicBezTo>
                    <a:pt x="1770507" y="32131"/>
                    <a:pt x="1759077" y="27305"/>
                    <a:pt x="1748028" y="27305"/>
                  </a:cubicBezTo>
                  <a:cubicBezTo>
                    <a:pt x="1743456" y="27305"/>
                    <a:pt x="1738884" y="28067"/>
                    <a:pt x="1734566" y="29591"/>
                  </a:cubicBezTo>
                  <a:cubicBezTo>
                    <a:pt x="1722247" y="34163"/>
                    <a:pt x="1708531" y="43942"/>
                    <a:pt x="1695577" y="59436"/>
                  </a:cubicBezTo>
                  <a:cubicBezTo>
                    <a:pt x="1674749" y="85471"/>
                    <a:pt x="1654048" y="130937"/>
                    <a:pt x="1633220" y="186817"/>
                  </a:cubicBezTo>
                  <a:cubicBezTo>
                    <a:pt x="1589024" y="308356"/>
                    <a:pt x="1547495" y="479171"/>
                    <a:pt x="1516888" y="580517"/>
                  </a:cubicBezTo>
                  <a:cubicBezTo>
                    <a:pt x="1515618" y="585089"/>
                    <a:pt x="1514348" y="589661"/>
                    <a:pt x="1512316" y="594106"/>
                  </a:cubicBezTo>
                  <a:cubicBezTo>
                    <a:pt x="1486281" y="524637"/>
                    <a:pt x="1448689" y="458978"/>
                    <a:pt x="1423924" y="388112"/>
                  </a:cubicBezTo>
                  <a:cubicBezTo>
                    <a:pt x="1386205" y="279654"/>
                    <a:pt x="1373251" y="152908"/>
                    <a:pt x="1318006" y="51562"/>
                  </a:cubicBezTo>
                  <a:cubicBezTo>
                    <a:pt x="1312799" y="41783"/>
                    <a:pt x="1305052" y="25527"/>
                    <a:pt x="1295273" y="15875"/>
                  </a:cubicBezTo>
                  <a:cubicBezTo>
                    <a:pt x="1286764" y="7493"/>
                    <a:pt x="1276477" y="1524"/>
                    <a:pt x="1265428" y="254"/>
                  </a:cubicBezTo>
                  <a:cubicBezTo>
                    <a:pt x="1263777" y="0"/>
                    <a:pt x="1262126" y="0"/>
                    <a:pt x="1260348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773158" y="-63503"/>
            <a:ext cx="13578345" cy="2820086"/>
          </a:xfrm>
          <a:custGeom>
            <a:avLst/>
            <a:gdLst/>
            <a:ahLst/>
            <a:cxnLst/>
            <a:rect r="r" b="b" t="t" l="l"/>
            <a:pathLst>
              <a:path h="2820086" w="13578345">
                <a:moveTo>
                  <a:pt x="0" y="0"/>
                </a:moveTo>
                <a:lnTo>
                  <a:pt x="13578345" y="0"/>
                </a:lnTo>
                <a:lnTo>
                  <a:pt x="13578345" y="2820086"/>
                </a:lnTo>
                <a:lnTo>
                  <a:pt x="0" y="28200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7355750" y="2914507"/>
            <a:ext cx="932250" cy="2138858"/>
            <a:chOff x="0" y="0"/>
            <a:chExt cx="932244" cy="21388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-2032" y="259588"/>
              <a:ext cx="934339" cy="1879219"/>
            </a:xfrm>
            <a:custGeom>
              <a:avLst/>
              <a:gdLst/>
              <a:ahLst/>
              <a:cxnLst/>
              <a:rect r="r" b="b" t="t" l="l"/>
              <a:pathLst>
                <a:path h="1879219" w="934339">
                  <a:moveTo>
                    <a:pt x="934339" y="0"/>
                  </a:moveTo>
                  <a:cubicBezTo>
                    <a:pt x="865632" y="14478"/>
                    <a:pt x="797052" y="29337"/>
                    <a:pt x="728599" y="44323"/>
                  </a:cubicBezTo>
                  <a:cubicBezTo>
                    <a:pt x="669290" y="57150"/>
                    <a:pt x="629158" y="129413"/>
                    <a:pt x="647827" y="186563"/>
                  </a:cubicBezTo>
                  <a:cubicBezTo>
                    <a:pt x="662305" y="240919"/>
                    <a:pt x="706374" y="272796"/>
                    <a:pt x="758063" y="272796"/>
                  </a:cubicBezTo>
                  <a:cubicBezTo>
                    <a:pt x="767588" y="272796"/>
                    <a:pt x="777367" y="271653"/>
                    <a:pt x="787273" y="269494"/>
                  </a:cubicBezTo>
                  <a:cubicBezTo>
                    <a:pt x="836295" y="258699"/>
                    <a:pt x="885190" y="248031"/>
                    <a:pt x="934212" y="237617"/>
                  </a:cubicBezTo>
                  <a:lnTo>
                    <a:pt x="934212" y="237617"/>
                  </a:lnTo>
                  <a:lnTo>
                    <a:pt x="934212" y="0"/>
                  </a:lnTo>
                  <a:close/>
                  <a:moveTo>
                    <a:pt x="934339" y="373761"/>
                  </a:moveTo>
                  <a:cubicBezTo>
                    <a:pt x="933958" y="373888"/>
                    <a:pt x="933577" y="373888"/>
                    <a:pt x="933196" y="374015"/>
                  </a:cubicBezTo>
                  <a:lnTo>
                    <a:pt x="153670" y="541274"/>
                  </a:lnTo>
                  <a:cubicBezTo>
                    <a:pt x="97155" y="553466"/>
                    <a:pt x="63627" y="614172"/>
                    <a:pt x="70739" y="668528"/>
                  </a:cubicBezTo>
                  <a:cubicBezTo>
                    <a:pt x="78613" y="725678"/>
                    <a:pt x="126492" y="768604"/>
                    <a:pt x="184404" y="769366"/>
                  </a:cubicBezTo>
                  <a:cubicBezTo>
                    <a:pt x="434340" y="770001"/>
                    <a:pt x="684276" y="770636"/>
                    <a:pt x="934212" y="772287"/>
                  </a:cubicBezTo>
                  <a:lnTo>
                    <a:pt x="934212" y="772287"/>
                  </a:lnTo>
                  <a:lnTo>
                    <a:pt x="934212" y="373761"/>
                  </a:lnTo>
                  <a:close/>
                  <a:moveTo>
                    <a:pt x="934339" y="889762"/>
                  </a:moveTo>
                  <a:cubicBezTo>
                    <a:pt x="889635" y="898017"/>
                    <a:pt x="844931" y="906526"/>
                    <a:pt x="800227" y="915289"/>
                  </a:cubicBezTo>
                  <a:cubicBezTo>
                    <a:pt x="560705" y="962533"/>
                    <a:pt x="323215" y="1017524"/>
                    <a:pt x="87249" y="1080516"/>
                  </a:cubicBezTo>
                  <a:cubicBezTo>
                    <a:pt x="40005" y="1093343"/>
                    <a:pt x="0" y="1141984"/>
                    <a:pt x="2159" y="1192022"/>
                  </a:cubicBezTo>
                  <a:cubicBezTo>
                    <a:pt x="4318" y="1239266"/>
                    <a:pt x="36449" y="1295019"/>
                    <a:pt x="87249" y="1303528"/>
                  </a:cubicBezTo>
                  <a:cubicBezTo>
                    <a:pt x="369062" y="1350137"/>
                    <a:pt x="651383" y="1393825"/>
                    <a:pt x="934339" y="1434592"/>
                  </a:cubicBezTo>
                  <a:lnTo>
                    <a:pt x="934339" y="1201293"/>
                  </a:lnTo>
                  <a:cubicBezTo>
                    <a:pt x="860298" y="1190498"/>
                    <a:pt x="786130" y="1179449"/>
                    <a:pt x="711835" y="1168146"/>
                  </a:cubicBezTo>
                  <a:cubicBezTo>
                    <a:pt x="785876" y="1152525"/>
                    <a:pt x="860044" y="1137666"/>
                    <a:pt x="934339" y="1123569"/>
                  </a:cubicBezTo>
                  <a:lnTo>
                    <a:pt x="934339" y="1123569"/>
                  </a:lnTo>
                  <a:lnTo>
                    <a:pt x="934339" y="889762"/>
                  </a:lnTo>
                  <a:close/>
                  <a:moveTo>
                    <a:pt x="934339" y="1586865"/>
                  </a:moveTo>
                  <a:cubicBezTo>
                    <a:pt x="817372" y="1607820"/>
                    <a:pt x="700532" y="1630299"/>
                    <a:pt x="584200" y="1653286"/>
                  </a:cubicBezTo>
                  <a:cubicBezTo>
                    <a:pt x="524891" y="1665478"/>
                    <a:pt x="484759" y="1739138"/>
                    <a:pt x="503428" y="1795526"/>
                  </a:cubicBezTo>
                  <a:cubicBezTo>
                    <a:pt x="521081" y="1848993"/>
                    <a:pt x="565531" y="1879219"/>
                    <a:pt x="617474" y="1879219"/>
                  </a:cubicBezTo>
                  <a:cubicBezTo>
                    <a:pt x="626745" y="1879219"/>
                    <a:pt x="636143" y="1878330"/>
                    <a:pt x="645668" y="1876298"/>
                  </a:cubicBezTo>
                  <a:cubicBezTo>
                    <a:pt x="741680" y="1856867"/>
                    <a:pt x="837946" y="1838325"/>
                    <a:pt x="934212" y="1820672"/>
                  </a:cubicBezTo>
                  <a:lnTo>
                    <a:pt x="934212" y="1820672"/>
                  </a:lnTo>
                  <a:lnTo>
                    <a:pt x="934212" y="1586738"/>
                  </a:ln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0079450" y="5800534"/>
            <a:ext cx="8677408" cy="4549969"/>
          </a:xfrm>
          <a:custGeom>
            <a:avLst/>
            <a:gdLst/>
            <a:ahLst/>
            <a:cxnLst/>
            <a:rect r="r" b="b" t="t" l="l"/>
            <a:pathLst>
              <a:path h="4549969" w="8677408">
                <a:moveTo>
                  <a:pt x="0" y="0"/>
                </a:moveTo>
                <a:lnTo>
                  <a:pt x="8677409" y="0"/>
                </a:lnTo>
                <a:lnTo>
                  <a:pt x="8677409" y="4549969"/>
                </a:lnTo>
                <a:lnTo>
                  <a:pt x="0" y="45499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836328" y="4041724"/>
            <a:ext cx="9482976" cy="225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8"/>
              </a:lnSpc>
            </a:pPr>
            <a:r>
              <a:rPr lang="en-US" b="true" sz="966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Demonstration!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593154" y="-4699054"/>
            <a:ext cx="25307925" cy="19450050"/>
          </a:xfrm>
          <a:custGeom>
            <a:avLst/>
            <a:gdLst/>
            <a:ahLst/>
            <a:cxnLst/>
            <a:rect r="r" b="b" t="t" l="l"/>
            <a:pathLst>
              <a:path h="19450050" w="25307925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-2192607" y="2676277"/>
            <a:ext cx="2462136" cy="1112701"/>
            <a:chOff x="0" y="0"/>
            <a:chExt cx="2462136" cy="11126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192655" y="589661"/>
              <a:ext cx="270256" cy="513207"/>
            </a:xfrm>
            <a:custGeom>
              <a:avLst/>
              <a:gdLst/>
              <a:ahLst/>
              <a:cxnLst/>
              <a:rect r="r" b="b" t="t" l="l"/>
              <a:pathLst>
                <a:path h="513207" w="270256">
                  <a:moveTo>
                    <a:pt x="0" y="0"/>
                  </a:moveTo>
                  <a:lnTo>
                    <a:pt x="0" y="64897"/>
                  </a:lnTo>
                  <a:lnTo>
                    <a:pt x="0" y="64897"/>
                  </a:lnTo>
                  <a:cubicBezTo>
                    <a:pt x="23622" y="87757"/>
                    <a:pt x="47117" y="110617"/>
                    <a:pt x="70739" y="133350"/>
                  </a:cubicBezTo>
                  <a:cubicBezTo>
                    <a:pt x="77978" y="139827"/>
                    <a:pt x="85725" y="145923"/>
                    <a:pt x="93726" y="151511"/>
                  </a:cubicBezTo>
                  <a:cubicBezTo>
                    <a:pt x="107950" y="161036"/>
                    <a:pt x="121412" y="171196"/>
                    <a:pt x="134366" y="182372"/>
                  </a:cubicBezTo>
                  <a:cubicBezTo>
                    <a:pt x="188595" y="234315"/>
                    <a:pt x="200787" y="302260"/>
                    <a:pt x="204216" y="372999"/>
                  </a:cubicBezTo>
                  <a:cubicBezTo>
                    <a:pt x="204216" y="377444"/>
                    <a:pt x="203581" y="381762"/>
                    <a:pt x="202184" y="385953"/>
                  </a:cubicBezTo>
                  <a:cubicBezTo>
                    <a:pt x="200787" y="390144"/>
                    <a:pt x="198755" y="394081"/>
                    <a:pt x="196088" y="397637"/>
                  </a:cubicBezTo>
                  <a:cubicBezTo>
                    <a:pt x="193421" y="401193"/>
                    <a:pt x="190246" y="404241"/>
                    <a:pt x="186690" y="406781"/>
                  </a:cubicBezTo>
                  <a:cubicBezTo>
                    <a:pt x="183134" y="409321"/>
                    <a:pt x="179070" y="411226"/>
                    <a:pt x="174879" y="412369"/>
                  </a:cubicBezTo>
                  <a:cubicBezTo>
                    <a:pt x="155448" y="421386"/>
                    <a:pt x="135128" y="427355"/>
                    <a:pt x="114046" y="430276"/>
                  </a:cubicBezTo>
                  <a:cubicBezTo>
                    <a:pt x="104521" y="431546"/>
                    <a:pt x="94996" y="432181"/>
                    <a:pt x="85471" y="432181"/>
                  </a:cubicBezTo>
                  <a:cubicBezTo>
                    <a:pt x="73787" y="432181"/>
                    <a:pt x="62230" y="431165"/>
                    <a:pt x="50673" y="429260"/>
                  </a:cubicBezTo>
                  <a:cubicBezTo>
                    <a:pt x="33782" y="425831"/>
                    <a:pt x="16891" y="422529"/>
                    <a:pt x="127" y="419100"/>
                  </a:cubicBezTo>
                  <a:lnTo>
                    <a:pt x="127" y="419100"/>
                  </a:lnTo>
                  <a:lnTo>
                    <a:pt x="127" y="511429"/>
                  </a:lnTo>
                  <a:lnTo>
                    <a:pt x="127" y="511429"/>
                  </a:lnTo>
                  <a:cubicBezTo>
                    <a:pt x="14605" y="512572"/>
                    <a:pt x="29083" y="513207"/>
                    <a:pt x="43561" y="513207"/>
                  </a:cubicBezTo>
                  <a:cubicBezTo>
                    <a:pt x="74930" y="513207"/>
                    <a:pt x="106426" y="510413"/>
                    <a:pt x="138049" y="504952"/>
                  </a:cubicBezTo>
                  <a:cubicBezTo>
                    <a:pt x="179959" y="495554"/>
                    <a:pt x="221742" y="484378"/>
                    <a:pt x="244602" y="443484"/>
                  </a:cubicBezTo>
                  <a:cubicBezTo>
                    <a:pt x="252095" y="431038"/>
                    <a:pt x="257937" y="417957"/>
                    <a:pt x="262128" y="404114"/>
                  </a:cubicBezTo>
                  <a:cubicBezTo>
                    <a:pt x="266319" y="390271"/>
                    <a:pt x="268732" y="376174"/>
                    <a:pt x="269494" y="361696"/>
                  </a:cubicBezTo>
                  <a:cubicBezTo>
                    <a:pt x="270256" y="347218"/>
                    <a:pt x="269113" y="332994"/>
                    <a:pt x="266192" y="318770"/>
                  </a:cubicBezTo>
                  <a:cubicBezTo>
                    <a:pt x="263271" y="304546"/>
                    <a:pt x="258699" y="290957"/>
                    <a:pt x="252476" y="278003"/>
                  </a:cubicBezTo>
                  <a:cubicBezTo>
                    <a:pt x="235204" y="238887"/>
                    <a:pt x="211963" y="203454"/>
                    <a:pt x="183007" y="171958"/>
                  </a:cubicBezTo>
                  <a:cubicBezTo>
                    <a:pt x="125349" y="111125"/>
                    <a:pt x="64516" y="53721"/>
                    <a:pt x="127" y="127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1809969" y="4224385"/>
            <a:ext cx="2768917" cy="1924612"/>
            <a:chOff x="0" y="0"/>
            <a:chExt cx="2768918" cy="1924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809750" y="1313561"/>
              <a:ext cx="446532" cy="547497"/>
            </a:xfrm>
            <a:custGeom>
              <a:avLst/>
              <a:gdLst/>
              <a:ahLst/>
              <a:cxnLst/>
              <a:rect r="r" b="b" t="t" l="l"/>
              <a:pathLst>
                <a:path h="547497" w="446532">
                  <a:moveTo>
                    <a:pt x="254" y="254"/>
                  </a:moveTo>
                  <a:lnTo>
                    <a:pt x="254" y="78359"/>
                  </a:lnTo>
                  <a:lnTo>
                    <a:pt x="254" y="78359"/>
                  </a:lnTo>
                  <a:cubicBezTo>
                    <a:pt x="26416" y="127889"/>
                    <a:pt x="73787" y="158369"/>
                    <a:pt x="117221" y="190373"/>
                  </a:cubicBezTo>
                  <a:cubicBezTo>
                    <a:pt x="189865" y="247777"/>
                    <a:pt x="251333" y="315595"/>
                    <a:pt x="301371" y="393446"/>
                  </a:cubicBezTo>
                  <a:cubicBezTo>
                    <a:pt x="305943" y="402971"/>
                    <a:pt x="309245" y="412877"/>
                    <a:pt x="311277" y="423164"/>
                  </a:cubicBezTo>
                  <a:cubicBezTo>
                    <a:pt x="301498" y="427609"/>
                    <a:pt x="291211" y="430530"/>
                    <a:pt x="280543" y="431927"/>
                  </a:cubicBezTo>
                  <a:cubicBezTo>
                    <a:pt x="248158" y="431165"/>
                    <a:pt x="216027" y="427482"/>
                    <a:pt x="184277" y="420878"/>
                  </a:cubicBezTo>
                  <a:cubicBezTo>
                    <a:pt x="121793" y="407416"/>
                    <a:pt x="60452" y="390271"/>
                    <a:pt x="127" y="369316"/>
                  </a:cubicBezTo>
                  <a:lnTo>
                    <a:pt x="127" y="369316"/>
                  </a:lnTo>
                  <a:lnTo>
                    <a:pt x="127" y="507111"/>
                  </a:lnTo>
                  <a:lnTo>
                    <a:pt x="127" y="507111"/>
                  </a:lnTo>
                  <a:cubicBezTo>
                    <a:pt x="36195" y="516382"/>
                    <a:pt x="72390" y="524891"/>
                    <a:pt x="108839" y="532638"/>
                  </a:cubicBezTo>
                  <a:cubicBezTo>
                    <a:pt x="161671" y="542544"/>
                    <a:pt x="215011" y="547497"/>
                    <a:pt x="268605" y="547497"/>
                  </a:cubicBezTo>
                  <a:cubicBezTo>
                    <a:pt x="279908" y="547497"/>
                    <a:pt x="291084" y="547243"/>
                    <a:pt x="302387" y="546862"/>
                  </a:cubicBezTo>
                  <a:cubicBezTo>
                    <a:pt x="302768" y="546862"/>
                    <a:pt x="303149" y="546862"/>
                    <a:pt x="303530" y="546862"/>
                  </a:cubicBezTo>
                  <a:cubicBezTo>
                    <a:pt x="338836" y="546862"/>
                    <a:pt x="372110" y="538353"/>
                    <a:pt x="403225" y="521462"/>
                  </a:cubicBezTo>
                  <a:cubicBezTo>
                    <a:pt x="410591" y="517779"/>
                    <a:pt x="417195" y="513207"/>
                    <a:pt x="423037" y="507365"/>
                  </a:cubicBezTo>
                  <a:cubicBezTo>
                    <a:pt x="428879" y="501523"/>
                    <a:pt x="433705" y="495046"/>
                    <a:pt x="437515" y="487807"/>
                  </a:cubicBezTo>
                  <a:cubicBezTo>
                    <a:pt x="441325" y="480568"/>
                    <a:pt x="443865" y="472821"/>
                    <a:pt x="445135" y="464693"/>
                  </a:cubicBezTo>
                  <a:cubicBezTo>
                    <a:pt x="446405" y="456565"/>
                    <a:pt x="446532" y="448437"/>
                    <a:pt x="445262" y="440309"/>
                  </a:cubicBezTo>
                  <a:cubicBezTo>
                    <a:pt x="443484" y="414528"/>
                    <a:pt x="433959" y="391922"/>
                    <a:pt x="416814" y="372618"/>
                  </a:cubicBezTo>
                  <a:cubicBezTo>
                    <a:pt x="350901" y="308483"/>
                    <a:pt x="288671" y="240919"/>
                    <a:pt x="230124" y="169926"/>
                  </a:cubicBezTo>
                  <a:cubicBezTo>
                    <a:pt x="220091" y="158623"/>
                    <a:pt x="208407" y="149352"/>
                    <a:pt x="195072" y="142113"/>
                  </a:cubicBezTo>
                  <a:cubicBezTo>
                    <a:pt x="153797" y="114554"/>
                    <a:pt x="119634" y="75946"/>
                    <a:pt x="69850" y="61849"/>
                  </a:cubicBezTo>
                  <a:cubicBezTo>
                    <a:pt x="47752" y="39878"/>
                    <a:pt x="24384" y="19177"/>
                    <a:pt x="0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10004" y="194310"/>
              <a:ext cx="895985" cy="988187"/>
            </a:xfrm>
            <a:custGeom>
              <a:avLst/>
              <a:gdLst/>
              <a:ahLst/>
              <a:cxnLst/>
              <a:rect r="r" b="b" t="t" l="l"/>
              <a:pathLst>
                <a:path h="988187" w="895985">
                  <a:moveTo>
                    <a:pt x="145669" y="91186"/>
                  </a:moveTo>
                  <a:cubicBezTo>
                    <a:pt x="155321" y="91186"/>
                    <a:pt x="164973" y="91694"/>
                    <a:pt x="174752" y="92075"/>
                  </a:cubicBezTo>
                  <a:lnTo>
                    <a:pt x="174752" y="92075"/>
                  </a:lnTo>
                  <a:cubicBezTo>
                    <a:pt x="163322" y="97917"/>
                    <a:pt x="152019" y="104013"/>
                    <a:pt x="140208" y="108839"/>
                  </a:cubicBezTo>
                  <a:cubicBezTo>
                    <a:pt x="140081" y="108966"/>
                    <a:pt x="139827" y="108966"/>
                    <a:pt x="139700" y="108966"/>
                  </a:cubicBezTo>
                  <a:cubicBezTo>
                    <a:pt x="137287" y="108966"/>
                    <a:pt x="131699" y="104521"/>
                    <a:pt x="130683" y="101473"/>
                  </a:cubicBezTo>
                  <a:cubicBezTo>
                    <a:pt x="129794" y="98806"/>
                    <a:pt x="133985" y="91567"/>
                    <a:pt x="136017" y="91440"/>
                  </a:cubicBezTo>
                  <a:cubicBezTo>
                    <a:pt x="139319" y="91313"/>
                    <a:pt x="142494" y="91313"/>
                    <a:pt x="145796" y="91313"/>
                  </a:cubicBezTo>
                  <a:close/>
                  <a:moveTo>
                    <a:pt x="397510" y="809498"/>
                  </a:moveTo>
                  <a:cubicBezTo>
                    <a:pt x="395986" y="812673"/>
                    <a:pt x="394462" y="815975"/>
                    <a:pt x="392557" y="819023"/>
                  </a:cubicBezTo>
                  <a:cubicBezTo>
                    <a:pt x="391160" y="820674"/>
                    <a:pt x="389509" y="822071"/>
                    <a:pt x="387731" y="823214"/>
                  </a:cubicBezTo>
                  <a:cubicBezTo>
                    <a:pt x="387985" y="820293"/>
                    <a:pt x="387096" y="816229"/>
                    <a:pt x="388620" y="814705"/>
                  </a:cubicBezTo>
                  <a:cubicBezTo>
                    <a:pt x="391414" y="812673"/>
                    <a:pt x="394335" y="810895"/>
                    <a:pt x="397510" y="809498"/>
                  </a:cubicBezTo>
                  <a:close/>
                  <a:moveTo>
                    <a:pt x="0" y="0"/>
                  </a:moveTo>
                  <a:lnTo>
                    <a:pt x="0" y="76581"/>
                  </a:lnTo>
                  <a:lnTo>
                    <a:pt x="0" y="76581"/>
                  </a:lnTo>
                  <a:cubicBezTo>
                    <a:pt x="11684" y="83185"/>
                    <a:pt x="23241" y="90043"/>
                    <a:pt x="34544" y="97155"/>
                  </a:cubicBezTo>
                  <a:cubicBezTo>
                    <a:pt x="99695" y="138176"/>
                    <a:pt x="163957" y="180340"/>
                    <a:pt x="228473" y="222504"/>
                  </a:cubicBezTo>
                  <a:cubicBezTo>
                    <a:pt x="245110" y="233045"/>
                    <a:pt x="261239" y="244475"/>
                    <a:pt x="276606" y="256921"/>
                  </a:cubicBezTo>
                  <a:cubicBezTo>
                    <a:pt x="320675" y="293370"/>
                    <a:pt x="361950" y="333756"/>
                    <a:pt x="408432" y="366903"/>
                  </a:cubicBezTo>
                  <a:cubicBezTo>
                    <a:pt x="471551" y="415925"/>
                    <a:pt x="531241" y="468503"/>
                    <a:pt x="587756" y="525018"/>
                  </a:cubicBezTo>
                  <a:cubicBezTo>
                    <a:pt x="599313" y="538099"/>
                    <a:pt x="612013" y="550164"/>
                    <a:pt x="625729" y="560959"/>
                  </a:cubicBezTo>
                  <a:cubicBezTo>
                    <a:pt x="668147" y="592709"/>
                    <a:pt x="703199" y="631190"/>
                    <a:pt x="730758" y="676402"/>
                  </a:cubicBezTo>
                  <a:cubicBezTo>
                    <a:pt x="761238" y="717296"/>
                    <a:pt x="779399" y="763016"/>
                    <a:pt x="785495" y="813562"/>
                  </a:cubicBezTo>
                  <a:cubicBezTo>
                    <a:pt x="792480" y="866521"/>
                    <a:pt x="778764" y="887984"/>
                    <a:pt x="725805" y="896366"/>
                  </a:cubicBezTo>
                  <a:cubicBezTo>
                    <a:pt x="709676" y="899668"/>
                    <a:pt x="693674" y="901192"/>
                    <a:pt x="677672" y="901192"/>
                  </a:cubicBezTo>
                  <a:cubicBezTo>
                    <a:pt x="651510" y="901192"/>
                    <a:pt x="625602" y="896747"/>
                    <a:pt x="600075" y="887984"/>
                  </a:cubicBezTo>
                  <a:cubicBezTo>
                    <a:pt x="532638" y="861949"/>
                    <a:pt x="465709" y="834390"/>
                    <a:pt x="398653" y="807466"/>
                  </a:cubicBezTo>
                  <a:lnTo>
                    <a:pt x="398653" y="807466"/>
                  </a:lnTo>
                  <a:cubicBezTo>
                    <a:pt x="343027" y="764159"/>
                    <a:pt x="275971" y="752094"/>
                    <a:pt x="209423" y="739140"/>
                  </a:cubicBezTo>
                  <a:lnTo>
                    <a:pt x="205613" y="705612"/>
                  </a:lnTo>
                  <a:cubicBezTo>
                    <a:pt x="159385" y="680720"/>
                    <a:pt x="116205" y="656590"/>
                    <a:pt x="72390" y="633857"/>
                  </a:cubicBezTo>
                  <a:cubicBezTo>
                    <a:pt x="48260" y="621284"/>
                    <a:pt x="24130" y="608711"/>
                    <a:pt x="127" y="596138"/>
                  </a:cubicBezTo>
                  <a:lnTo>
                    <a:pt x="127" y="596138"/>
                  </a:lnTo>
                  <a:lnTo>
                    <a:pt x="127" y="699008"/>
                  </a:lnTo>
                  <a:lnTo>
                    <a:pt x="127" y="699008"/>
                  </a:lnTo>
                  <a:cubicBezTo>
                    <a:pt x="65278" y="728472"/>
                    <a:pt x="128397" y="761746"/>
                    <a:pt x="189611" y="798830"/>
                  </a:cubicBezTo>
                  <a:cubicBezTo>
                    <a:pt x="222377" y="820928"/>
                    <a:pt x="260985" y="834390"/>
                    <a:pt x="294259" y="855726"/>
                  </a:cubicBezTo>
                  <a:cubicBezTo>
                    <a:pt x="383921" y="916686"/>
                    <a:pt x="481838" y="958596"/>
                    <a:pt x="587756" y="981456"/>
                  </a:cubicBezTo>
                  <a:cubicBezTo>
                    <a:pt x="610108" y="986028"/>
                    <a:pt x="632587" y="988187"/>
                    <a:pt x="655066" y="988187"/>
                  </a:cubicBezTo>
                  <a:cubicBezTo>
                    <a:pt x="673354" y="988187"/>
                    <a:pt x="691769" y="986663"/>
                    <a:pt x="710057" y="983742"/>
                  </a:cubicBezTo>
                  <a:cubicBezTo>
                    <a:pt x="750951" y="977011"/>
                    <a:pt x="789432" y="963422"/>
                    <a:pt x="825373" y="942721"/>
                  </a:cubicBezTo>
                  <a:cubicBezTo>
                    <a:pt x="836422" y="936752"/>
                    <a:pt x="846455" y="929386"/>
                    <a:pt x="855345" y="920623"/>
                  </a:cubicBezTo>
                  <a:cubicBezTo>
                    <a:pt x="864235" y="911860"/>
                    <a:pt x="871855" y="901954"/>
                    <a:pt x="878078" y="891032"/>
                  </a:cubicBezTo>
                  <a:cubicBezTo>
                    <a:pt x="884301" y="880110"/>
                    <a:pt x="888873" y="868553"/>
                    <a:pt x="891794" y="856361"/>
                  </a:cubicBezTo>
                  <a:cubicBezTo>
                    <a:pt x="894715" y="844169"/>
                    <a:pt x="895985" y="831850"/>
                    <a:pt x="895350" y="819277"/>
                  </a:cubicBezTo>
                  <a:cubicBezTo>
                    <a:pt x="895985" y="773303"/>
                    <a:pt x="885063" y="730250"/>
                    <a:pt x="862584" y="690118"/>
                  </a:cubicBezTo>
                  <a:cubicBezTo>
                    <a:pt x="829691" y="631063"/>
                    <a:pt x="790067" y="576961"/>
                    <a:pt x="743585" y="527812"/>
                  </a:cubicBezTo>
                  <a:cubicBezTo>
                    <a:pt x="697103" y="478663"/>
                    <a:pt x="645414" y="435991"/>
                    <a:pt x="588391" y="399796"/>
                  </a:cubicBezTo>
                  <a:cubicBezTo>
                    <a:pt x="576072" y="391668"/>
                    <a:pt x="564515" y="382397"/>
                    <a:pt x="553847" y="372110"/>
                  </a:cubicBezTo>
                  <a:cubicBezTo>
                    <a:pt x="525526" y="344170"/>
                    <a:pt x="498221" y="315087"/>
                    <a:pt x="470027" y="286766"/>
                  </a:cubicBezTo>
                  <a:cubicBezTo>
                    <a:pt x="453898" y="271018"/>
                    <a:pt x="435229" y="259461"/>
                    <a:pt x="414020" y="252095"/>
                  </a:cubicBezTo>
                  <a:cubicBezTo>
                    <a:pt x="395478" y="244983"/>
                    <a:pt x="382905" y="222885"/>
                    <a:pt x="367411" y="207518"/>
                  </a:cubicBezTo>
                  <a:cubicBezTo>
                    <a:pt x="365760" y="205867"/>
                    <a:pt x="362712" y="205867"/>
                    <a:pt x="360553" y="204597"/>
                  </a:cubicBezTo>
                  <a:cubicBezTo>
                    <a:pt x="320421" y="179578"/>
                    <a:pt x="280543" y="154305"/>
                    <a:pt x="240411" y="129540"/>
                  </a:cubicBezTo>
                  <a:cubicBezTo>
                    <a:pt x="219329" y="116459"/>
                    <a:pt x="197866" y="103886"/>
                    <a:pt x="176530" y="91059"/>
                  </a:cubicBezTo>
                  <a:cubicBezTo>
                    <a:pt x="176530" y="91059"/>
                    <a:pt x="176403" y="91059"/>
                    <a:pt x="176403" y="91186"/>
                  </a:cubicBezTo>
                  <a:cubicBezTo>
                    <a:pt x="166624" y="84455"/>
                    <a:pt x="157353" y="77343"/>
                    <a:pt x="148336" y="69723"/>
                  </a:cubicBezTo>
                  <a:cubicBezTo>
                    <a:pt x="131318" y="51308"/>
                    <a:pt x="111633" y="36576"/>
                    <a:pt x="89027" y="25527"/>
                  </a:cubicBezTo>
                  <a:cubicBezTo>
                    <a:pt x="66421" y="14478"/>
                    <a:pt x="42799" y="7874"/>
                    <a:pt x="17780" y="5842"/>
                  </a:cubicBezTo>
                  <a:cubicBezTo>
                    <a:pt x="11049" y="5588"/>
                    <a:pt x="5080" y="3683"/>
                    <a:pt x="0" y="127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-358340" y="6686645"/>
            <a:ext cx="705221" cy="710775"/>
            <a:chOff x="0" y="0"/>
            <a:chExt cx="705218" cy="7107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58394" y="37465"/>
              <a:ext cx="364871" cy="673354"/>
            </a:xfrm>
            <a:custGeom>
              <a:avLst/>
              <a:gdLst/>
              <a:ahLst/>
              <a:cxnLst/>
              <a:rect r="r" b="b" t="t" l="l"/>
              <a:pathLst>
                <a:path h="673354" w="364871">
                  <a:moveTo>
                    <a:pt x="143764" y="140716"/>
                  </a:moveTo>
                  <a:cubicBezTo>
                    <a:pt x="146431" y="140716"/>
                    <a:pt x="149860" y="142113"/>
                    <a:pt x="153035" y="143002"/>
                  </a:cubicBezTo>
                  <a:cubicBezTo>
                    <a:pt x="150241" y="148336"/>
                    <a:pt x="146939" y="153416"/>
                    <a:pt x="143002" y="158115"/>
                  </a:cubicBezTo>
                  <a:cubicBezTo>
                    <a:pt x="142875" y="158242"/>
                    <a:pt x="142621" y="158369"/>
                    <a:pt x="142240" y="158369"/>
                  </a:cubicBezTo>
                  <a:cubicBezTo>
                    <a:pt x="140081" y="158369"/>
                    <a:pt x="134874" y="155194"/>
                    <a:pt x="131445" y="153797"/>
                  </a:cubicBezTo>
                  <a:cubicBezTo>
                    <a:pt x="134747" y="149479"/>
                    <a:pt x="137160" y="143510"/>
                    <a:pt x="141478" y="141224"/>
                  </a:cubicBezTo>
                  <a:cubicBezTo>
                    <a:pt x="142113" y="140843"/>
                    <a:pt x="143002" y="140716"/>
                    <a:pt x="143764" y="140716"/>
                  </a:cubicBezTo>
                  <a:close/>
                  <a:moveTo>
                    <a:pt x="0" y="0"/>
                  </a:moveTo>
                  <a:lnTo>
                    <a:pt x="0" y="136525"/>
                  </a:lnTo>
                  <a:lnTo>
                    <a:pt x="0" y="136525"/>
                  </a:lnTo>
                  <a:cubicBezTo>
                    <a:pt x="18034" y="152781"/>
                    <a:pt x="35560" y="169672"/>
                    <a:pt x="52451" y="187325"/>
                  </a:cubicBezTo>
                  <a:cubicBezTo>
                    <a:pt x="98806" y="239014"/>
                    <a:pt x="147066" y="289052"/>
                    <a:pt x="194056" y="340233"/>
                  </a:cubicBezTo>
                  <a:cubicBezTo>
                    <a:pt x="199136" y="345821"/>
                    <a:pt x="202819" y="352171"/>
                    <a:pt x="204978" y="359410"/>
                  </a:cubicBezTo>
                  <a:cubicBezTo>
                    <a:pt x="213360" y="385572"/>
                    <a:pt x="220345" y="411988"/>
                    <a:pt x="225933" y="438912"/>
                  </a:cubicBezTo>
                  <a:cubicBezTo>
                    <a:pt x="240284" y="519811"/>
                    <a:pt x="210439" y="556133"/>
                    <a:pt x="127889" y="559943"/>
                  </a:cubicBezTo>
                  <a:cubicBezTo>
                    <a:pt x="125476" y="559943"/>
                    <a:pt x="123063" y="560070"/>
                    <a:pt x="120777" y="560070"/>
                  </a:cubicBezTo>
                  <a:cubicBezTo>
                    <a:pt x="85344" y="560070"/>
                    <a:pt x="51181" y="553593"/>
                    <a:pt x="18161" y="540639"/>
                  </a:cubicBezTo>
                  <a:cubicBezTo>
                    <a:pt x="12065" y="538480"/>
                    <a:pt x="6096" y="536194"/>
                    <a:pt x="0" y="534035"/>
                  </a:cubicBezTo>
                  <a:lnTo>
                    <a:pt x="0" y="664210"/>
                  </a:lnTo>
                  <a:cubicBezTo>
                    <a:pt x="889" y="664464"/>
                    <a:pt x="1778" y="664591"/>
                    <a:pt x="2667" y="664845"/>
                  </a:cubicBezTo>
                  <a:cubicBezTo>
                    <a:pt x="28575" y="670560"/>
                    <a:pt x="54737" y="673354"/>
                    <a:pt x="81153" y="673354"/>
                  </a:cubicBezTo>
                  <a:cubicBezTo>
                    <a:pt x="83439" y="673354"/>
                    <a:pt x="85725" y="673354"/>
                    <a:pt x="87884" y="673354"/>
                  </a:cubicBezTo>
                  <a:cubicBezTo>
                    <a:pt x="116586" y="672846"/>
                    <a:pt x="144907" y="669036"/>
                    <a:pt x="172720" y="661797"/>
                  </a:cubicBezTo>
                  <a:cubicBezTo>
                    <a:pt x="188849" y="658876"/>
                    <a:pt x="204343" y="654177"/>
                    <a:pt x="219329" y="647573"/>
                  </a:cubicBezTo>
                  <a:cubicBezTo>
                    <a:pt x="234315" y="640969"/>
                    <a:pt x="248285" y="632714"/>
                    <a:pt x="261366" y="622935"/>
                  </a:cubicBezTo>
                  <a:cubicBezTo>
                    <a:pt x="274447" y="613156"/>
                    <a:pt x="286131" y="601853"/>
                    <a:pt x="296545" y="589153"/>
                  </a:cubicBezTo>
                  <a:cubicBezTo>
                    <a:pt x="306959" y="576453"/>
                    <a:pt x="315722" y="562864"/>
                    <a:pt x="322961" y="548132"/>
                  </a:cubicBezTo>
                  <a:cubicBezTo>
                    <a:pt x="364871" y="453390"/>
                    <a:pt x="348234" y="363220"/>
                    <a:pt x="299593" y="276098"/>
                  </a:cubicBezTo>
                  <a:cubicBezTo>
                    <a:pt x="296418" y="268986"/>
                    <a:pt x="291338" y="263779"/>
                    <a:pt x="284353" y="260350"/>
                  </a:cubicBezTo>
                  <a:cubicBezTo>
                    <a:pt x="278892" y="259842"/>
                    <a:pt x="273685" y="258191"/>
                    <a:pt x="268732" y="255651"/>
                  </a:cubicBezTo>
                  <a:cubicBezTo>
                    <a:pt x="263779" y="253111"/>
                    <a:pt x="259588" y="249682"/>
                    <a:pt x="256159" y="245364"/>
                  </a:cubicBezTo>
                  <a:cubicBezTo>
                    <a:pt x="252730" y="241046"/>
                    <a:pt x="250063" y="236347"/>
                    <a:pt x="248412" y="231013"/>
                  </a:cubicBezTo>
                  <a:cubicBezTo>
                    <a:pt x="246761" y="225679"/>
                    <a:pt x="246253" y="220345"/>
                    <a:pt x="246761" y="214884"/>
                  </a:cubicBezTo>
                  <a:cubicBezTo>
                    <a:pt x="222123" y="183007"/>
                    <a:pt x="191389" y="159004"/>
                    <a:pt x="154559" y="142748"/>
                  </a:cubicBezTo>
                  <a:cubicBezTo>
                    <a:pt x="143383" y="114300"/>
                    <a:pt x="125095" y="91821"/>
                    <a:pt x="99568" y="74930"/>
                  </a:cubicBezTo>
                  <a:cubicBezTo>
                    <a:pt x="66040" y="50546"/>
                    <a:pt x="32766" y="25908"/>
                    <a:pt x="127" y="254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4221690" cy="1994125"/>
          </a:xfrm>
          <a:custGeom>
            <a:avLst/>
            <a:gdLst/>
            <a:ahLst/>
            <a:cxnLst/>
            <a:rect r="r" b="b" t="t" l="l"/>
            <a:pathLst>
              <a:path h="1994125" w="4221690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3503" y="8770791"/>
            <a:ext cx="5284480" cy="1579712"/>
          </a:xfrm>
          <a:custGeom>
            <a:avLst/>
            <a:gdLst/>
            <a:ahLst/>
            <a:cxnLst/>
            <a:rect r="r" b="b" t="t" l="l"/>
            <a:pathLst>
              <a:path h="1579712" w="5284480">
                <a:moveTo>
                  <a:pt x="0" y="0"/>
                </a:moveTo>
                <a:lnTo>
                  <a:pt x="5284479" y="0"/>
                </a:lnTo>
                <a:lnTo>
                  <a:pt x="5284479" y="1579712"/>
                </a:lnTo>
                <a:lnTo>
                  <a:pt x="0" y="15797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6033983" y="9259281"/>
            <a:ext cx="3053039" cy="749570"/>
            <a:chOff x="0" y="0"/>
            <a:chExt cx="3053042" cy="7495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1143" y="-254"/>
              <a:ext cx="3056001" cy="749935"/>
            </a:xfrm>
            <a:custGeom>
              <a:avLst/>
              <a:gdLst/>
              <a:ahLst/>
              <a:cxnLst/>
              <a:rect r="r" b="b" t="t" l="l"/>
              <a:pathLst>
                <a:path h="749935" w="3056001">
                  <a:moveTo>
                    <a:pt x="1260475" y="254"/>
                  </a:moveTo>
                  <a:cubicBezTo>
                    <a:pt x="1251458" y="254"/>
                    <a:pt x="1241679" y="3175"/>
                    <a:pt x="1232408" y="10287"/>
                  </a:cubicBezTo>
                  <a:cubicBezTo>
                    <a:pt x="1221359" y="18669"/>
                    <a:pt x="1208405" y="36957"/>
                    <a:pt x="1196086" y="62865"/>
                  </a:cubicBezTo>
                  <a:cubicBezTo>
                    <a:pt x="1141476" y="181102"/>
                    <a:pt x="1073912" y="494284"/>
                    <a:pt x="1060958" y="575437"/>
                  </a:cubicBezTo>
                  <a:cubicBezTo>
                    <a:pt x="1060958" y="576707"/>
                    <a:pt x="1060323" y="579374"/>
                    <a:pt x="1060323" y="583184"/>
                  </a:cubicBezTo>
                  <a:cubicBezTo>
                    <a:pt x="1049909" y="566928"/>
                    <a:pt x="1038860" y="546100"/>
                    <a:pt x="1026541" y="524129"/>
                  </a:cubicBezTo>
                  <a:cubicBezTo>
                    <a:pt x="963549" y="407797"/>
                    <a:pt x="880999" y="231140"/>
                    <a:pt x="829691" y="144145"/>
                  </a:cubicBezTo>
                  <a:cubicBezTo>
                    <a:pt x="814705" y="119507"/>
                    <a:pt x="801751" y="101219"/>
                    <a:pt x="792607" y="92202"/>
                  </a:cubicBezTo>
                  <a:cubicBezTo>
                    <a:pt x="782828" y="82423"/>
                    <a:pt x="773176" y="78613"/>
                    <a:pt x="765937" y="77851"/>
                  </a:cubicBezTo>
                  <a:cubicBezTo>
                    <a:pt x="765302" y="77724"/>
                    <a:pt x="764667" y="77724"/>
                    <a:pt x="764032" y="77724"/>
                  </a:cubicBezTo>
                  <a:cubicBezTo>
                    <a:pt x="760857" y="77724"/>
                    <a:pt x="756793" y="78740"/>
                    <a:pt x="753618" y="79883"/>
                  </a:cubicBezTo>
                  <a:cubicBezTo>
                    <a:pt x="740664" y="81153"/>
                    <a:pt x="730250" y="87630"/>
                    <a:pt x="723138" y="99314"/>
                  </a:cubicBezTo>
                  <a:cubicBezTo>
                    <a:pt x="717931" y="107696"/>
                    <a:pt x="716026" y="122682"/>
                    <a:pt x="712724" y="131826"/>
                  </a:cubicBezTo>
                  <a:cubicBezTo>
                    <a:pt x="677672" y="230632"/>
                    <a:pt x="638048" y="331216"/>
                    <a:pt x="611378" y="433959"/>
                  </a:cubicBezTo>
                  <a:cubicBezTo>
                    <a:pt x="599059" y="480695"/>
                    <a:pt x="594487" y="548259"/>
                    <a:pt x="571754" y="595757"/>
                  </a:cubicBezTo>
                  <a:cubicBezTo>
                    <a:pt x="554863" y="565912"/>
                    <a:pt x="531495" y="520446"/>
                    <a:pt x="504825" y="471043"/>
                  </a:cubicBezTo>
                  <a:cubicBezTo>
                    <a:pt x="454152" y="375539"/>
                    <a:pt x="391160" y="264414"/>
                    <a:pt x="335915" y="209296"/>
                  </a:cubicBezTo>
                  <a:cubicBezTo>
                    <a:pt x="307467" y="180848"/>
                    <a:pt x="279146" y="166497"/>
                    <a:pt x="254889" y="166497"/>
                  </a:cubicBezTo>
                  <a:cubicBezTo>
                    <a:pt x="251968" y="166497"/>
                    <a:pt x="249174" y="166751"/>
                    <a:pt x="246380" y="167132"/>
                  </a:cubicBezTo>
                  <a:cubicBezTo>
                    <a:pt x="228219" y="169672"/>
                    <a:pt x="210058" y="180721"/>
                    <a:pt x="194437" y="201549"/>
                  </a:cubicBezTo>
                  <a:cubicBezTo>
                    <a:pt x="178181" y="223012"/>
                    <a:pt x="162560" y="256794"/>
                    <a:pt x="148336" y="297053"/>
                  </a:cubicBezTo>
                  <a:cubicBezTo>
                    <a:pt x="113030" y="396240"/>
                    <a:pt x="83185" y="541782"/>
                    <a:pt x="49403" y="630682"/>
                  </a:cubicBezTo>
                  <a:cubicBezTo>
                    <a:pt x="46101" y="638429"/>
                    <a:pt x="43561" y="646303"/>
                    <a:pt x="40259" y="653415"/>
                  </a:cubicBezTo>
                  <a:cubicBezTo>
                    <a:pt x="33782" y="654685"/>
                    <a:pt x="27305" y="658622"/>
                    <a:pt x="22733" y="663829"/>
                  </a:cubicBezTo>
                  <a:cubicBezTo>
                    <a:pt x="20193" y="666369"/>
                    <a:pt x="14351" y="677418"/>
                    <a:pt x="9779" y="688467"/>
                  </a:cubicBezTo>
                  <a:cubicBezTo>
                    <a:pt x="5207" y="699516"/>
                    <a:pt x="1270" y="711327"/>
                    <a:pt x="1270" y="714502"/>
                  </a:cubicBezTo>
                  <a:cubicBezTo>
                    <a:pt x="0" y="728853"/>
                    <a:pt x="7112" y="737235"/>
                    <a:pt x="10414" y="740537"/>
                  </a:cubicBezTo>
                  <a:cubicBezTo>
                    <a:pt x="15621" y="745744"/>
                    <a:pt x="22098" y="748919"/>
                    <a:pt x="29210" y="749681"/>
                  </a:cubicBezTo>
                  <a:cubicBezTo>
                    <a:pt x="30226" y="749808"/>
                    <a:pt x="31369" y="749935"/>
                    <a:pt x="32639" y="749935"/>
                  </a:cubicBezTo>
                  <a:cubicBezTo>
                    <a:pt x="37211" y="749935"/>
                    <a:pt x="42418" y="748792"/>
                    <a:pt x="48133" y="745236"/>
                  </a:cubicBezTo>
                  <a:cubicBezTo>
                    <a:pt x="66294" y="734822"/>
                    <a:pt x="85217" y="708152"/>
                    <a:pt x="101346" y="669925"/>
                  </a:cubicBezTo>
                  <a:cubicBezTo>
                    <a:pt x="131191" y="598424"/>
                    <a:pt x="157861" y="480822"/>
                    <a:pt x="187071" y="381508"/>
                  </a:cubicBezTo>
                  <a:cubicBezTo>
                    <a:pt x="202692" y="328295"/>
                    <a:pt x="218948" y="280797"/>
                    <a:pt x="237109" y="250317"/>
                  </a:cubicBezTo>
                  <a:cubicBezTo>
                    <a:pt x="241046" y="243840"/>
                    <a:pt x="244856" y="237998"/>
                    <a:pt x="248793" y="234061"/>
                  </a:cubicBezTo>
                  <a:cubicBezTo>
                    <a:pt x="251333" y="231521"/>
                    <a:pt x="252730" y="228854"/>
                    <a:pt x="255270" y="228219"/>
                  </a:cubicBezTo>
                  <a:cubicBezTo>
                    <a:pt x="255651" y="228219"/>
                    <a:pt x="256159" y="228092"/>
                    <a:pt x="256540" y="228092"/>
                  </a:cubicBezTo>
                  <a:cubicBezTo>
                    <a:pt x="262001" y="228092"/>
                    <a:pt x="267462" y="231775"/>
                    <a:pt x="273431" y="236601"/>
                  </a:cubicBezTo>
                  <a:cubicBezTo>
                    <a:pt x="286385" y="245745"/>
                    <a:pt x="299466" y="259334"/>
                    <a:pt x="313055" y="276225"/>
                  </a:cubicBezTo>
                  <a:cubicBezTo>
                    <a:pt x="359156" y="332740"/>
                    <a:pt x="408559" y="421767"/>
                    <a:pt x="449453" y="499110"/>
                  </a:cubicBezTo>
                  <a:cubicBezTo>
                    <a:pt x="487807" y="571246"/>
                    <a:pt x="520319" y="634873"/>
                    <a:pt x="536448" y="656971"/>
                  </a:cubicBezTo>
                  <a:cubicBezTo>
                    <a:pt x="548513" y="673735"/>
                    <a:pt x="562102" y="677799"/>
                    <a:pt x="569849" y="677799"/>
                  </a:cubicBezTo>
                  <a:cubicBezTo>
                    <a:pt x="570484" y="677799"/>
                    <a:pt x="570992" y="677799"/>
                    <a:pt x="571627" y="677672"/>
                  </a:cubicBezTo>
                  <a:cubicBezTo>
                    <a:pt x="577469" y="677672"/>
                    <a:pt x="585216" y="675767"/>
                    <a:pt x="593090" y="670560"/>
                  </a:cubicBezTo>
                  <a:cubicBezTo>
                    <a:pt x="600837" y="664718"/>
                    <a:pt x="611251" y="651129"/>
                    <a:pt x="613918" y="647192"/>
                  </a:cubicBezTo>
                  <a:cubicBezTo>
                    <a:pt x="648970" y="595249"/>
                    <a:pt x="656844" y="508127"/>
                    <a:pt x="671703" y="449072"/>
                  </a:cubicBezTo>
                  <a:cubicBezTo>
                    <a:pt x="696976" y="352933"/>
                    <a:pt x="734060" y="257429"/>
                    <a:pt x="766572" y="163195"/>
                  </a:cubicBezTo>
                  <a:cubicBezTo>
                    <a:pt x="777621" y="180721"/>
                    <a:pt x="792607" y="204724"/>
                    <a:pt x="804926" y="227457"/>
                  </a:cubicBezTo>
                  <a:cubicBezTo>
                    <a:pt x="858139" y="326898"/>
                    <a:pt x="927735" y="474980"/>
                    <a:pt x="980948" y="571119"/>
                  </a:cubicBezTo>
                  <a:cubicBezTo>
                    <a:pt x="1005586" y="615950"/>
                    <a:pt x="1027684" y="649732"/>
                    <a:pt x="1043305" y="664718"/>
                  </a:cubicBezTo>
                  <a:cubicBezTo>
                    <a:pt x="1049782" y="671195"/>
                    <a:pt x="1059561" y="675132"/>
                    <a:pt x="1069340" y="675132"/>
                  </a:cubicBezTo>
                  <a:cubicBezTo>
                    <a:pt x="1082294" y="675132"/>
                    <a:pt x="1094613" y="669290"/>
                    <a:pt x="1103757" y="655701"/>
                  </a:cubicBezTo>
                  <a:cubicBezTo>
                    <a:pt x="1108329" y="649224"/>
                    <a:pt x="1112901" y="638810"/>
                    <a:pt x="1115441" y="628396"/>
                  </a:cubicBezTo>
                  <a:cubicBezTo>
                    <a:pt x="1120013" y="610870"/>
                    <a:pt x="1121918" y="590042"/>
                    <a:pt x="1122553" y="584200"/>
                  </a:cubicBezTo>
                  <a:cubicBezTo>
                    <a:pt x="1132967" y="515366"/>
                    <a:pt x="1184275" y="273685"/>
                    <a:pt x="1233043" y="137922"/>
                  </a:cubicBezTo>
                  <a:cubicBezTo>
                    <a:pt x="1242187" y="112649"/>
                    <a:pt x="1251204" y="90551"/>
                    <a:pt x="1259713" y="74930"/>
                  </a:cubicBezTo>
                  <a:cubicBezTo>
                    <a:pt x="1260983" y="77470"/>
                    <a:pt x="1262253" y="79502"/>
                    <a:pt x="1263015" y="80772"/>
                  </a:cubicBezTo>
                  <a:cubicBezTo>
                    <a:pt x="1316990" y="179578"/>
                    <a:pt x="1328039" y="302895"/>
                    <a:pt x="1364996" y="408178"/>
                  </a:cubicBezTo>
                  <a:cubicBezTo>
                    <a:pt x="1391031" y="482854"/>
                    <a:pt x="1431290" y="550418"/>
                    <a:pt x="1457198" y="624459"/>
                  </a:cubicBezTo>
                  <a:cubicBezTo>
                    <a:pt x="1457833" y="627761"/>
                    <a:pt x="1463675" y="651129"/>
                    <a:pt x="1468882" y="665988"/>
                  </a:cubicBezTo>
                  <a:cubicBezTo>
                    <a:pt x="1473454" y="677672"/>
                    <a:pt x="1479296" y="687451"/>
                    <a:pt x="1484503" y="693293"/>
                  </a:cubicBezTo>
                  <a:cubicBezTo>
                    <a:pt x="1491615" y="700405"/>
                    <a:pt x="1500124" y="703707"/>
                    <a:pt x="1507871" y="704342"/>
                  </a:cubicBezTo>
                  <a:cubicBezTo>
                    <a:pt x="1508887" y="704469"/>
                    <a:pt x="1509903" y="704469"/>
                    <a:pt x="1511046" y="704469"/>
                  </a:cubicBezTo>
                  <a:cubicBezTo>
                    <a:pt x="1519301" y="704469"/>
                    <a:pt x="1528445" y="701929"/>
                    <a:pt x="1536573" y="693293"/>
                  </a:cubicBezTo>
                  <a:cubicBezTo>
                    <a:pt x="1540510" y="689356"/>
                    <a:pt x="1545717" y="682244"/>
                    <a:pt x="1550924" y="671195"/>
                  </a:cubicBezTo>
                  <a:cubicBezTo>
                    <a:pt x="1558036" y="655574"/>
                    <a:pt x="1566545" y="630301"/>
                    <a:pt x="1576197" y="597789"/>
                  </a:cubicBezTo>
                  <a:cubicBezTo>
                    <a:pt x="1606677" y="497078"/>
                    <a:pt x="1647698" y="327533"/>
                    <a:pt x="1691132" y="208026"/>
                  </a:cubicBezTo>
                  <a:cubicBezTo>
                    <a:pt x="1706118" y="166497"/>
                    <a:pt x="1721612" y="130683"/>
                    <a:pt x="1737233" y="107315"/>
                  </a:cubicBezTo>
                  <a:cubicBezTo>
                    <a:pt x="1739138" y="104775"/>
                    <a:pt x="1740535" y="102108"/>
                    <a:pt x="1742440" y="100203"/>
                  </a:cubicBezTo>
                  <a:cubicBezTo>
                    <a:pt x="1745742" y="106045"/>
                    <a:pt x="1748917" y="111887"/>
                    <a:pt x="1749552" y="113157"/>
                  </a:cubicBezTo>
                  <a:cubicBezTo>
                    <a:pt x="1802130" y="234696"/>
                    <a:pt x="1856740" y="353568"/>
                    <a:pt x="1911350" y="473710"/>
                  </a:cubicBezTo>
                  <a:cubicBezTo>
                    <a:pt x="1951609" y="563372"/>
                    <a:pt x="1985391" y="654304"/>
                    <a:pt x="1995805" y="671830"/>
                  </a:cubicBezTo>
                  <a:cubicBezTo>
                    <a:pt x="2006219" y="688086"/>
                    <a:pt x="2019808" y="689356"/>
                    <a:pt x="2025650" y="689356"/>
                  </a:cubicBezTo>
                  <a:cubicBezTo>
                    <a:pt x="2034794" y="689356"/>
                    <a:pt x="2041271" y="686816"/>
                    <a:pt x="2045843" y="683514"/>
                  </a:cubicBezTo>
                  <a:cubicBezTo>
                    <a:pt x="2052320" y="679577"/>
                    <a:pt x="2056892" y="673100"/>
                    <a:pt x="2061464" y="663321"/>
                  </a:cubicBezTo>
                  <a:cubicBezTo>
                    <a:pt x="2089404" y="605536"/>
                    <a:pt x="2168017" y="352806"/>
                    <a:pt x="2237486" y="197485"/>
                  </a:cubicBezTo>
                  <a:cubicBezTo>
                    <a:pt x="2254377" y="159766"/>
                    <a:pt x="2270633" y="128651"/>
                    <a:pt x="2284857" y="107823"/>
                  </a:cubicBezTo>
                  <a:cubicBezTo>
                    <a:pt x="2285492" y="106553"/>
                    <a:pt x="2286762" y="105283"/>
                    <a:pt x="2288159" y="103886"/>
                  </a:cubicBezTo>
                  <a:cubicBezTo>
                    <a:pt x="2300478" y="123317"/>
                    <a:pt x="2323211" y="160401"/>
                    <a:pt x="2341372" y="197485"/>
                  </a:cubicBezTo>
                  <a:cubicBezTo>
                    <a:pt x="2410841" y="337820"/>
                    <a:pt x="2499868" y="558673"/>
                    <a:pt x="2545334" y="641223"/>
                  </a:cubicBezTo>
                  <a:cubicBezTo>
                    <a:pt x="2557653" y="663321"/>
                    <a:pt x="2568702" y="677545"/>
                    <a:pt x="2575814" y="682752"/>
                  </a:cubicBezTo>
                  <a:cubicBezTo>
                    <a:pt x="2583180" y="687832"/>
                    <a:pt x="2590165" y="689991"/>
                    <a:pt x="2595753" y="689991"/>
                  </a:cubicBezTo>
                  <a:cubicBezTo>
                    <a:pt x="2596515" y="689991"/>
                    <a:pt x="2597277" y="689991"/>
                    <a:pt x="2597912" y="689864"/>
                  </a:cubicBezTo>
                  <a:cubicBezTo>
                    <a:pt x="2605659" y="689864"/>
                    <a:pt x="2614803" y="687324"/>
                    <a:pt x="2623947" y="679450"/>
                  </a:cubicBezTo>
                  <a:cubicBezTo>
                    <a:pt x="2632329" y="671703"/>
                    <a:pt x="2645410" y="649605"/>
                    <a:pt x="2658364" y="617093"/>
                  </a:cubicBezTo>
                  <a:cubicBezTo>
                    <a:pt x="2696083" y="525526"/>
                    <a:pt x="2754503" y="335788"/>
                    <a:pt x="2820797" y="218186"/>
                  </a:cubicBezTo>
                  <a:cubicBezTo>
                    <a:pt x="2833751" y="194818"/>
                    <a:pt x="2847467" y="174625"/>
                    <a:pt x="2861691" y="159131"/>
                  </a:cubicBezTo>
                  <a:cubicBezTo>
                    <a:pt x="2870200" y="149352"/>
                    <a:pt x="2878582" y="141605"/>
                    <a:pt x="2886964" y="137033"/>
                  </a:cubicBezTo>
                  <a:cubicBezTo>
                    <a:pt x="2892806" y="144780"/>
                    <a:pt x="2906395" y="163703"/>
                    <a:pt x="2914904" y="181229"/>
                  </a:cubicBezTo>
                  <a:cubicBezTo>
                    <a:pt x="2954528" y="266319"/>
                    <a:pt x="2990215" y="413131"/>
                    <a:pt x="2991612" y="453390"/>
                  </a:cubicBezTo>
                  <a:lnTo>
                    <a:pt x="2991612" y="454025"/>
                  </a:lnTo>
                  <a:cubicBezTo>
                    <a:pt x="2988310" y="468376"/>
                    <a:pt x="2994914" y="483235"/>
                    <a:pt x="3008503" y="489712"/>
                  </a:cubicBezTo>
                  <a:cubicBezTo>
                    <a:pt x="3012948" y="491998"/>
                    <a:pt x="3017774" y="493014"/>
                    <a:pt x="3022473" y="493014"/>
                  </a:cubicBezTo>
                  <a:cubicBezTo>
                    <a:pt x="3034030" y="493014"/>
                    <a:pt x="3045206" y="486537"/>
                    <a:pt x="3050794" y="475361"/>
                  </a:cubicBezTo>
                  <a:cubicBezTo>
                    <a:pt x="3053334" y="470154"/>
                    <a:pt x="3056001" y="453898"/>
                    <a:pt x="3052699" y="429895"/>
                  </a:cubicBezTo>
                  <a:cubicBezTo>
                    <a:pt x="3044952" y="370840"/>
                    <a:pt x="3009773" y="235712"/>
                    <a:pt x="2972181" y="154432"/>
                  </a:cubicBezTo>
                  <a:cubicBezTo>
                    <a:pt x="2955290" y="117348"/>
                    <a:pt x="2935859" y="91440"/>
                    <a:pt x="2918206" y="80391"/>
                  </a:cubicBezTo>
                  <a:cubicBezTo>
                    <a:pt x="2908681" y="74549"/>
                    <a:pt x="2899156" y="71755"/>
                    <a:pt x="2889885" y="71755"/>
                  </a:cubicBezTo>
                  <a:cubicBezTo>
                    <a:pt x="2884551" y="71755"/>
                    <a:pt x="2879217" y="72644"/>
                    <a:pt x="2874010" y="74549"/>
                  </a:cubicBezTo>
                  <a:cubicBezTo>
                    <a:pt x="2842133" y="85598"/>
                    <a:pt x="2808986" y="119380"/>
                    <a:pt x="2778506" y="168148"/>
                  </a:cubicBezTo>
                  <a:cubicBezTo>
                    <a:pt x="2717419" y="266192"/>
                    <a:pt x="2662174" y="427990"/>
                    <a:pt x="2622550" y="536448"/>
                  </a:cubicBezTo>
                  <a:cubicBezTo>
                    <a:pt x="2613406" y="559181"/>
                    <a:pt x="2603119" y="583184"/>
                    <a:pt x="2595245" y="601472"/>
                  </a:cubicBezTo>
                  <a:cubicBezTo>
                    <a:pt x="2549779" y="516382"/>
                    <a:pt x="2464689" y="305181"/>
                    <a:pt x="2399030" y="170053"/>
                  </a:cubicBezTo>
                  <a:cubicBezTo>
                    <a:pt x="2367153" y="104394"/>
                    <a:pt x="2337308" y="55753"/>
                    <a:pt x="2319782" y="41402"/>
                  </a:cubicBezTo>
                  <a:cubicBezTo>
                    <a:pt x="2309749" y="33528"/>
                    <a:pt x="2300351" y="30607"/>
                    <a:pt x="2292096" y="30607"/>
                  </a:cubicBezTo>
                  <a:cubicBezTo>
                    <a:pt x="2287524" y="30607"/>
                    <a:pt x="2283206" y="31496"/>
                    <a:pt x="2279523" y="32893"/>
                  </a:cubicBezTo>
                  <a:cubicBezTo>
                    <a:pt x="2269109" y="36830"/>
                    <a:pt x="2256790" y="45212"/>
                    <a:pt x="2244471" y="59563"/>
                  </a:cubicBezTo>
                  <a:cubicBezTo>
                    <a:pt x="2225675" y="82296"/>
                    <a:pt x="2203577" y="122555"/>
                    <a:pt x="2181479" y="171958"/>
                  </a:cubicBezTo>
                  <a:cubicBezTo>
                    <a:pt x="2125599" y="296672"/>
                    <a:pt x="2063877" y="485140"/>
                    <a:pt x="2027555" y="583184"/>
                  </a:cubicBezTo>
                  <a:cubicBezTo>
                    <a:pt x="2011934" y="545465"/>
                    <a:pt x="1990471" y="494157"/>
                    <a:pt x="1969770" y="448056"/>
                  </a:cubicBezTo>
                  <a:cubicBezTo>
                    <a:pt x="1915160" y="327914"/>
                    <a:pt x="1860677" y="209042"/>
                    <a:pt x="1807972" y="88138"/>
                  </a:cubicBezTo>
                  <a:cubicBezTo>
                    <a:pt x="1805432" y="81661"/>
                    <a:pt x="1792986" y="55626"/>
                    <a:pt x="1780667" y="42672"/>
                  </a:cubicBezTo>
                  <a:cubicBezTo>
                    <a:pt x="1770507" y="32131"/>
                    <a:pt x="1759077" y="27305"/>
                    <a:pt x="1748028" y="27305"/>
                  </a:cubicBezTo>
                  <a:cubicBezTo>
                    <a:pt x="1743456" y="27305"/>
                    <a:pt x="1738884" y="28067"/>
                    <a:pt x="1734566" y="29591"/>
                  </a:cubicBezTo>
                  <a:cubicBezTo>
                    <a:pt x="1722247" y="34163"/>
                    <a:pt x="1708531" y="43942"/>
                    <a:pt x="1695577" y="59436"/>
                  </a:cubicBezTo>
                  <a:cubicBezTo>
                    <a:pt x="1674749" y="85471"/>
                    <a:pt x="1654048" y="130937"/>
                    <a:pt x="1633220" y="186817"/>
                  </a:cubicBezTo>
                  <a:cubicBezTo>
                    <a:pt x="1589024" y="308356"/>
                    <a:pt x="1547495" y="479171"/>
                    <a:pt x="1516888" y="580517"/>
                  </a:cubicBezTo>
                  <a:cubicBezTo>
                    <a:pt x="1515618" y="585089"/>
                    <a:pt x="1514348" y="589661"/>
                    <a:pt x="1512316" y="594106"/>
                  </a:cubicBezTo>
                  <a:cubicBezTo>
                    <a:pt x="1486281" y="524637"/>
                    <a:pt x="1448689" y="458978"/>
                    <a:pt x="1423924" y="388112"/>
                  </a:cubicBezTo>
                  <a:cubicBezTo>
                    <a:pt x="1386205" y="279654"/>
                    <a:pt x="1373251" y="152908"/>
                    <a:pt x="1318006" y="51562"/>
                  </a:cubicBezTo>
                  <a:cubicBezTo>
                    <a:pt x="1312799" y="41783"/>
                    <a:pt x="1305052" y="25527"/>
                    <a:pt x="1295273" y="15875"/>
                  </a:cubicBezTo>
                  <a:cubicBezTo>
                    <a:pt x="1286764" y="7493"/>
                    <a:pt x="1276477" y="1524"/>
                    <a:pt x="1265428" y="254"/>
                  </a:cubicBezTo>
                  <a:cubicBezTo>
                    <a:pt x="1263777" y="0"/>
                    <a:pt x="1262126" y="0"/>
                    <a:pt x="1260348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773158" y="-63503"/>
            <a:ext cx="13578345" cy="2820086"/>
          </a:xfrm>
          <a:custGeom>
            <a:avLst/>
            <a:gdLst/>
            <a:ahLst/>
            <a:cxnLst/>
            <a:rect r="r" b="b" t="t" l="l"/>
            <a:pathLst>
              <a:path h="2820086" w="13578345">
                <a:moveTo>
                  <a:pt x="0" y="0"/>
                </a:moveTo>
                <a:lnTo>
                  <a:pt x="13578345" y="0"/>
                </a:lnTo>
                <a:lnTo>
                  <a:pt x="13578345" y="2820086"/>
                </a:lnTo>
                <a:lnTo>
                  <a:pt x="0" y="28200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7355750" y="2914507"/>
            <a:ext cx="932250" cy="2138858"/>
            <a:chOff x="0" y="0"/>
            <a:chExt cx="932244" cy="21388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-2032" y="259588"/>
              <a:ext cx="934339" cy="1879219"/>
            </a:xfrm>
            <a:custGeom>
              <a:avLst/>
              <a:gdLst/>
              <a:ahLst/>
              <a:cxnLst/>
              <a:rect r="r" b="b" t="t" l="l"/>
              <a:pathLst>
                <a:path h="1879219" w="934339">
                  <a:moveTo>
                    <a:pt x="934339" y="0"/>
                  </a:moveTo>
                  <a:cubicBezTo>
                    <a:pt x="865632" y="14478"/>
                    <a:pt x="797052" y="29337"/>
                    <a:pt x="728599" y="44323"/>
                  </a:cubicBezTo>
                  <a:cubicBezTo>
                    <a:pt x="669290" y="57150"/>
                    <a:pt x="629158" y="129413"/>
                    <a:pt x="647827" y="186563"/>
                  </a:cubicBezTo>
                  <a:cubicBezTo>
                    <a:pt x="662305" y="240919"/>
                    <a:pt x="706374" y="272796"/>
                    <a:pt x="758063" y="272796"/>
                  </a:cubicBezTo>
                  <a:cubicBezTo>
                    <a:pt x="767588" y="272796"/>
                    <a:pt x="777367" y="271653"/>
                    <a:pt x="787273" y="269494"/>
                  </a:cubicBezTo>
                  <a:cubicBezTo>
                    <a:pt x="836295" y="258699"/>
                    <a:pt x="885190" y="248031"/>
                    <a:pt x="934212" y="237617"/>
                  </a:cubicBezTo>
                  <a:lnTo>
                    <a:pt x="934212" y="237617"/>
                  </a:lnTo>
                  <a:lnTo>
                    <a:pt x="934212" y="0"/>
                  </a:lnTo>
                  <a:close/>
                  <a:moveTo>
                    <a:pt x="934339" y="373761"/>
                  </a:moveTo>
                  <a:cubicBezTo>
                    <a:pt x="933958" y="373888"/>
                    <a:pt x="933577" y="373888"/>
                    <a:pt x="933196" y="374015"/>
                  </a:cubicBezTo>
                  <a:lnTo>
                    <a:pt x="153670" y="541274"/>
                  </a:lnTo>
                  <a:cubicBezTo>
                    <a:pt x="97155" y="553466"/>
                    <a:pt x="63627" y="614172"/>
                    <a:pt x="70739" y="668528"/>
                  </a:cubicBezTo>
                  <a:cubicBezTo>
                    <a:pt x="78613" y="725678"/>
                    <a:pt x="126492" y="768604"/>
                    <a:pt x="184404" y="769366"/>
                  </a:cubicBezTo>
                  <a:cubicBezTo>
                    <a:pt x="434340" y="770001"/>
                    <a:pt x="684276" y="770636"/>
                    <a:pt x="934212" y="772287"/>
                  </a:cubicBezTo>
                  <a:lnTo>
                    <a:pt x="934212" y="772287"/>
                  </a:lnTo>
                  <a:lnTo>
                    <a:pt x="934212" y="373761"/>
                  </a:lnTo>
                  <a:close/>
                  <a:moveTo>
                    <a:pt x="934339" y="889762"/>
                  </a:moveTo>
                  <a:cubicBezTo>
                    <a:pt x="889635" y="898017"/>
                    <a:pt x="844931" y="906526"/>
                    <a:pt x="800227" y="915289"/>
                  </a:cubicBezTo>
                  <a:cubicBezTo>
                    <a:pt x="560705" y="962533"/>
                    <a:pt x="323215" y="1017524"/>
                    <a:pt x="87249" y="1080516"/>
                  </a:cubicBezTo>
                  <a:cubicBezTo>
                    <a:pt x="40005" y="1093343"/>
                    <a:pt x="0" y="1141984"/>
                    <a:pt x="2159" y="1192022"/>
                  </a:cubicBezTo>
                  <a:cubicBezTo>
                    <a:pt x="4318" y="1239266"/>
                    <a:pt x="36449" y="1295019"/>
                    <a:pt x="87249" y="1303528"/>
                  </a:cubicBezTo>
                  <a:cubicBezTo>
                    <a:pt x="369062" y="1350137"/>
                    <a:pt x="651383" y="1393825"/>
                    <a:pt x="934339" y="1434592"/>
                  </a:cubicBezTo>
                  <a:lnTo>
                    <a:pt x="934339" y="1201293"/>
                  </a:lnTo>
                  <a:cubicBezTo>
                    <a:pt x="860298" y="1190498"/>
                    <a:pt x="786130" y="1179449"/>
                    <a:pt x="711835" y="1168146"/>
                  </a:cubicBezTo>
                  <a:cubicBezTo>
                    <a:pt x="785876" y="1152525"/>
                    <a:pt x="860044" y="1137666"/>
                    <a:pt x="934339" y="1123569"/>
                  </a:cubicBezTo>
                  <a:lnTo>
                    <a:pt x="934339" y="1123569"/>
                  </a:lnTo>
                  <a:lnTo>
                    <a:pt x="934339" y="889762"/>
                  </a:lnTo>
                  <a:close/>
                  <a:moveTo>
                    <a:pt x="934339" y="1586865"/>
                  </a:moveTo>
                  <a:cubicBezTo>
                    <a:pt x="817372" y="1607820"/>
                    <a:pt x="700532" y="1630299"/>
                    <a:pt x="584200" y="1653286"/>
                  </a:cubicBezTo>
                  <a:cubicBezTo>
                    <a:pt x="524891" y="1665478"/>
                    <a:pt x="484759" y="1739138"/>
                    <a:pt x="503428" y="1795526"/>
                  </a:cubicBezTo>
                  <a:cubicBezTo>
                    <a:pt x="521081" y="1848993"/>
                    <a:pt x="565531" y="1879219"/>
                    <a:pt x="617474" y="1879219"/>
                  </a:cubicBezTo>
                  <a:cubicBezTo>
                    <a:pt x="626745" y="1879219"/>
                    <a:pt x="636143" y="1878330"/>
                    <a:pt x="645668" y="1876298"/>
                  </a:cubicBezTo>
                  <a:cubicBezTo>
                    <a:pt x="741680" y="1856867"/>
                    <a:pt x="837946" y="1838325"/>
                    <a:pt x="934212" y="1820672"/>
                  </a:cubicBezTo>
                  <a:lnTo>
                    <a:pt x="934212" y="1820672"/>
                  </a:lnTo>
                  <a:lnTo>
                    <a:pt x="934212" y="1586738"/>
                  </a:ln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0079450" y="5800534"/>
            <a:ext cx="8677408" cy="4549969"/>
          </a:xfrm>
          <a:custGeom>
            <a:avLst/>
            <a:gdLst/>
            <a:ahLst/>
            <a:cxnLst/>
            <a:rect r="r" b="b" t="t" l="l"/>
            <a:pathLst>
              <a:path h="4549969" w="8677408">
                <a:moveTo>
                  <a:pt x="0" y="0"/>
                </a:moveTo>
                <a:lnTo>
                  <a:pt x="8677409" y="0"/>
                </a:lnTo>
                <a:lnTo>
                  <a:pt x="8677409" y="4549969"/>
                </a:lnTo>
                <a:lnTo>
                  <a:pt x="0" y="45499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109837" y="2919660"/>
            <a:ext cx="10269379" cy="341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70"/>
              </a:lnSpc>
            </a:pPr>
            <a:r>
              <a:rPr lang="en-US" b="true" sz="1459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DAGmgkdCcno</dc:identifier>
  <dcterms:modified xsi:type="dcterms:W3CDTF">2011-08-01T06:04:30Z</dcterms:modified>
  <cp:revision>1</cp:revision>
  <dc:title>Project presentation (1).pdf</dc:title>
</cp:coreProperties>
</file>